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slides/slide17.xml" ContentType="application/vnd.openxmlformats-officedocument.presentationml.slide+xml"/>
</Types>
</file>

<file path=_rels/.rels>&#65279;<?xml version="1.0" encoding="utf-8"?><Relationships xmlns="http://schemas.openxmlformats.org/package/2006/relationships"><Relationship Type="http://schemas.openxmlformats.org/package/2006/relationships/metadata/core-properties" Target="/docProps/core.xml" Id="R74676647e28b4622" /><Relationship Type="http://schemas.openxmlformats.org/officeDocument/2006/relationships/extended-properties" Target="/docProps/app.xml" Id="Rdadda545f6cd49f1" /><Relationship Type="http://schemas.openxmlformats.org/officeDocument/2006/relationships/officeDocument" Target="/ppt/presentation.xml" Id="R6baeaa5c94d34099" /></Relationships>
</file>

<file path=ppt/presentation.xml><?xml version="1.0" encoding="utf-8"?>
<p:presentation xmlns:p="http://schemas.openxmlformats.org/presentationml/2006/main">
  <p:sldMasterIdLst>
    <p:sldMasterId xmlns:r="http://schemas.openxmlformats.org/officeDocument/2006/relationships" id="2147483648" r:id="R8faabc8b7d1f4a47"/>
  </p:sldMasterIdLst>
  <p:notesMasterIdLst>
    <p:notesMasterId xmlns:r="http://schemas.openxmlformats.org/officeDocument/2006/relationships" r:id="R674d6579c68843c4"/>
  </p:notesMasterIdLst>
  <p:sldIdLst>
    <p:sldId xmlns:r="http://schemas.openxmlformats.org/officeDocument/2006/relationships" id="256" r:id="Rae99d3e056d44df1"/>
    <p:sldId xmlns:r="http://schemas.openxmlformats.org/officeDocument/2006/relationships" id="264" r:id="R527e26b5c2444808"/>
    <p:sldId xmlns:r="http://schemas.openxmlformats.org/officeDocument/2006/relationships" id="267" r:id="R125dcad60d184626"/>
    <p:sldId xmlns:r="http://schemas.openxmlformats.org/officeDocument/2006/relationships" id="260" r:id="R410d7ee2a06649a7"/>
    <p:sldId xmlns:r="http://schemas.openxmlformats.org/officeDocument/2006/relationships" id="261" r:id="R6ae57385021349e7"/>
    <p:sldId xmlns:r="http://schemas.openxmlformats.org/officeDocument/2006/relationships" id="262" r:id="Re1a817ace3e545d2"/>
    <p:sldId xmlns:r="http://schemas.openxmlformats.org/officeDocument/2006/relationships" id="263" r:id="R08ca63c7ca1e4b45"/>
    <p:sldId xmlns:r="http://schemas.openxmlformats.org/officeDocument/2006/relationships" id="271" r:id="rId1"/>
    <p:sldId xmlns:r="http://schemas.openxmlformats.org/officeDocument/2006/relationships" id="272" r:id="rId2"/>
    <p:sldId xmlns:r="http://schemas.openxmlformats.org/officeDocument/2006/relationships" id="269" r:id="Rdd269de17aa5468f"/>
    <p:sldId xmlns:r="http://schemas.openxmlformats.org/officeDocument/2006/relationships" id="270" r:id="R10efc23666c540d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49a52bc933e4990" /><Relationship Type="http://schemas.openxmlformats.org/officeDocument/2006/relationships/slideMaster" Target="/ppt/slideMasters/slideMaster1.xml" Id="R8faabc8b7d1f4a47" /><Relationship Type="http://schemas.openxmlformats.org/officeDocument/2006/relationships/notesMaster" Target="/ppt/notesMasters/notesMaster1.xml" Id="R674d6579c68843c4" /><Relationship Type="http://schemas.openxmlformats.org/officeDocument/2006/relationships/presProps" Target="/ppt/presProps.xml" Id="R163a27fa83484dcc" /><Relationship Type="http://schemas.openxmlformats.org/officeDocument/2006/relationships/tableStyles" Target="/ppt/tableStyles.xml" Id="R8ebc352713524f84" /><Relationship Type="http://schemas.openxmlformats.org/officeDocument/2006/relationships/slide" Target="/ppt/slides/slide1.xml" Id="Rae99d3e056d44df1" /><Relationship Type="http://schemas.openxmlformats.org/officeDocument/2006/relationships/slide" Target="/ppt/slides/slide5.xml" Id="R410d7ee2a06649a7" /><Relationship Type="http://schemas.openxmlformats.org/officeDocument/2006/relationships/slide" Target="/ppt/slides/slide6.xml" Id="R6ae57385021349e7" /><Relationship Type="http://schemas.openxmlformats.org/officeDocument/2006/relationships/slide" Target="/ppt/slides/slide7.xml" Id="Re1a817ace3e545d2" /><Relationship Type="http://schemas.openxmlformats.org/officeDocument/2006/relationships/slide" Target="/ppt/slides/slide8.xml" Id="R08ca63c7ca1e4b45" /><Relationship Type="http://schemas.openxmlformats.org/officeDocument/2006/relationships/slide" Target="/ppt/slides/slide9.xml" Id="R527e26b5c2444808" /><Relationship Type="http://schemas.openxmlformats.org/officeDocument/2006/relationships/slide" Target="/ppt/slides/slide12.xml" Id="R125dcad60d184626" /><Relationship Type="http://schemas.openxmlformats.org/officeDocument/2006/relationships/slide" Target="/ppt/slides/slide14.xml" Id="Rdd269de17aa5468f" /><Relationship Type="http://schemas.openxmlformats.org/officeDocument/2006/relationships/slide" Target="/ppt/slides/slide15.xml" Id="R10efc23666c540d1" />  <Relationship Id="rId1" Type="http://schemas.openxmlformats.org/officeDocument/2006/relationships/slide" Target="slides/slide16.xml"/>
  <Relationship Id="rId2" Type="http://schemas.openxmlformats.org/officeDocument/2006/relationships/slide" Target="slides/slide17.xml"/>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e8d70300978436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a597b67c9e541bf" /><Relationship Type="http://schemas.openxmlformats.org/officeDocument/2006/relationships/notesMaster" Target="/ppt/notesMasters/notesMaster1.xml" Id="R893d06c348ac4af8" /></Relationships>
</file>

<file path=ppt/notesSlides/_rels/notesSlide5.xml.rels>&#65279;<?xml version="1.0" encoding="utf-8"?><Relationships xmlns="http://schemas.openxmlformats.org/package/2006/relationships"><Relationship Type="http://schemas.openxmlformats.org/officeDocument/2006/relationships/slide" Target="/ppt/slides/slide5.xml" Id="R77d0a1eafc7d418f" /><Relationship Type="http://schemas.openxmlformats.org/officeDocument/2006/relationships/notesMaster" Target="/ppt/notesMasters/notesMaster1.xml" Id="R3ecf814885714a54" /></Relationships>
</file>

<file path=ppt/notesSlides/_rels/notesSlide6.xml.rels>&#65279;<?xml version="1.0" encoding="utf-8"?><Relationships xmlns="http://schemas.openxmlformats.org/package/2006/relationships"><Relationship Type="http://schemas.openxmlformats.org/officeDocument/2006/relationships/slide" Target="/ppt/slides/slide6.xml" Id="R6ebcfc409a0746a0" /><Relationship Type="http://schemas.openxmlformats.org/officeDocument/2006/relationships/notesMaster" Target="/ppt/notesMasters/notesMaster1.xml" Id="R42b3168d55894337" /></Relationships>
</file>

<file path=ppt/notesSlides/_rels/notesSlide7.xml.rels>&#65279;<?xml version="1.0" encoding="utf-8"?><Relationships xmlns="http://schemas.openxmlformats.org/package/2006/relationships"><Relationship Type="http://schemas.openxmlformats.org/officeDocument/2006/relationships/slide" Target="/ppt/slides/slide7.xml" Id="R5cdfcc452f084985" /><Relationship Type="http://schemas.openxmlformats.org/officeDocument/2006/relationships/notesMaster" Target="/ppt/notesMasters/notesMaster1.xml" Id="R34a42cc30ac14695" /></Relationships>
</file>

<file path=ppt/notesSlides/_rels/notesSlide8.xml.rels>&#65279;<?xml version="1.0" encoding="utf-8"?><Relationships xmlns="http://schemas.openxmlformats.org/package/2006/relationships"><Relationship Type="http://schemas.openxmlformats.org/officeDocument/2006/relationships/slide" Target="/ppt/slides/slide8.xml" Id="R81a63e166b374dbf" /><Relationship Type="http://schemas.openxmlformats.org/officeDocument/2006/relationships/notesMaster" Target="/ppt/notesMasters/notesMaster1.xml" Id="R6950d306786e4966" /></Relationships>
</file>

<file path=ppt/notesSlides/_rels/notesSlide9.xml.rels>&#65279;<?xml version="1.0" encoding="utf-8"?><Relationships xmlns="http://schemas.openxmlformats.org/package/2006/relationships"><Relationship Type="http://schemas.openxmlformats.org/officeDocument/2006/relationships/slide" Target="/ppt/slides/slide9.xml" Id="R83b6ca2e3d114d6e" /><Relationship Type="http://schemas.openxmlformats.org/officeDocument/2006/relationships/notesMaster" Target="/ppt/notesMasters/notesMaster1.xml" Id="Rb433b6af43f04d1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84b5031d6994b5d" /><Relationship Type="http://schemas.openxmlformats.org/officeDocument/2006/relationships/notesMaster" Target="/ppt/notesMasters/notesMaster1.xml" Id="R5ed8ed99955147c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0b886d963d44ebd" /><Relationship Type="http://schemas.openxmlformats.org/officeDocument/2006/relationships/notesMaster" Target="/ppt/notesMasters/notesMaster1.xml" Id="R1b4d81c26bad4f8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3f0889141c0468f" /><Relationship Type="http://schemas.openxmlformats.org/officeDocument/2006/relationships/notesMaster" Target="/ppt/notesMasters/notesMaster1.xml" Id="Raa339ce3547e446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안녕하세요, 3조입니다. 저희가 만든 삼다방은 옛날 다방 콘셉트의 카페 서비스입니다. 메뉴 주문 같은 기본 기능도 있지만, 오늘은 삼다방만의 핵심 기능인 뮤직박스를 실제 화면으로 보여드리겠습니다.</a:t>
            </a:r>
          </a:p>
          <a:p xmlns:a="http://schemas.openxmlformats.org/drawingml/2006/main">
            <a:r>
              <a:t>예상 시간: 15초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손님 화면입니다. 신청서처럼 생긴 메모지에 곡명, 가수, 사연을 적습니다. 신청은 회원만 할 수 있고, 신청인은 로그인한 회원 이름으로 자동으로 채워집니다. 오른쪽에는 지금 나오는 곡과 그 곡의 사연, 다음 곡이 보여서 신청하면서 다방의 분위기를 느낄 수 있습니다.</a:t>
            </a:r>
          </a:p>
          <a:p xmlns:a="http://schemas.openxmlformats.org/drawingml/2006/main">
            <a:r>
              <a:t>예상 시간: 40초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관리자 화면입니다. 들어온 순서대로 신청곡과 사연이 쌓입니다. 관리자는 사연을 읽고 YouTube 링크를 붙인 뒤, 미리보기로 같은 노래인지, 재생이 되는지 확인합니다. 확인되면 플레이리스트에 담고, 부적절한 신청은 취소할 수 있습니다.</a:t>
            </a:r>
          </a:p>
          <a:p xmlns:a="http://schemas.openxmlformats.org/drawingml/2006/main">
            <a:r>
              <a:t>예상 시간: 40초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플레이리스트에 담긴 곡은 위에서부터 차례로 재생됩니다. 화살표로 순서를 바꿀 수 있고, 재생 완료를 누르면 다음 곡으로 넘어갑니다. 서버가 영상 길이와 시작 시각을 알면 시간이 지난 곡을 자동으로 정리합니다.</a:t>
            </a:r>
          </a:p>
          <a:p xmlns:a="http://schemas.openxmlformats.org/drawingml/2006/main">
            <a:r>
              <a:t>예상 시간: 35초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손님이 보는 메인 화면의 DJ 부스입니다. 턴테이블 위에서 지금 곡이 재생되고, 옆에는 신청자의 사연이 손글씨 메모로 붙어 있습니다. 사연 읽기 버튼을 누르면 AI 음성으로 사연을 읽어 줍니다. 아래에는 다음 차례 신청곡 메모가 순서대로 붙습니다. 브라우저 자동 재생 정책 때문에 재생 버튼은 직접 눌러야 할 수 있습니다.</a:t>
            </a:r>
          </a:p>
          <a:p xmlns:a="http://schemas.openxmlformats.org/drawingml/2006/main">
            <a:r>
              <a:t>예상 시간: 45초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옛날 다방에는 DJ에게 쪽지로 듣고 싶은 노래와 사연을 보내는 문화가 있었습니다. 뮤직박스는 이 경험을 웹으로 옮긴 기능입니다. 손님은 노래와 사연을 신청하고, 관리자는 DJ가 되어 사연을 확인하고 곡을 틉니다. 다방 화면에서는 지금 나오는 곡과 사연을 모두가 함께 볼 수 있습니다.</a:t>
            </a:r>
          </a:p>
          <a:p xmlns:a="http://schemas.openxmlformats.org/drawingml/2006/main">
            <a:r>
              <a:t>예상 시간: 30초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흐름은 네 단계입니다. 손님이 신청하면 관리자 접수함에 들어오고, 관리자가 YouTube 링크를 연결해 플레이리스트에 담습니다. 플레이리스트 순서대로 재생되고, 손님은 메인 화면의 DJ 부스에서 지금 나오는 곡과 사연을 함께 봅니다. 지금부터 각 단계를 실제 화면으로 보겠습니다.</a:t>
            </a:r>
          </a:p>
          <a:p xmlns:a="http://schemas.openxmlformats.org/drawingml/2006/main">
            <a:r>
              <a:t>예상 시간: 30초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이상으로 뮤직박스 소개를 마치겠습니다. 기획 의도나 사용 흐름, 현재 구현 범위에 대해 궁금한 점이 있으시면 질문해 주세요.</a:t>
            </a:r>
          </a:p>
          <a:p xmlns:a="http://schemas.openxmlformats.org/drawingml/2006/main">
            <a:r>
              <a:t>예상 시간: 별도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삼다방은 옛날 다방에서 쪽지로 노래를 신청하던 경험을 뮤직박스로 되살린 프로젝트입니다. 들어주셔서 감사합니다.</a:t>
            </a:r>
          </a:p>
          <a:p xmlns:a="http://schemas.openxmlformats.org/drawingml/2006/main">
            <a:r>
              <a:t>예상 시간: 10초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24285955a944b9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ea4aa53fdf342b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857ff0b6f3045b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18fa5bac0c041d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84021cb0c19446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ee5bcd7d4934b1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1E33F3C-0CDB-467C-8C59-B546E2D97FC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90BE331-0FB9-4494-8810-5C59E4DED6D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B0BB420-AD8E-4432-B3A1-0CDB34DF526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949BFE5-203B-430F-9593-8067EBC03B7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21D72E4-081E-4E81-A2B5-642F45E3F33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C730AAA-9A00-4D18-8340-D54193FC9B6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1F5F5DE-B968-4E26-9D54-0CA108D75E0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58EA4BB-EF83-4D42-9CC5-68FB34E3F18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E659A90-2722-4959-AEBF-0032A0C5BC1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E3FD661-C8AB-44B3-B2FC-579F344827B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f2afe724e864b7e" /><Relationship Type="http://schemas.openxmlformats.org/officeDocument/2006/relationships/slideLayout" Target="/ppt/slideLayouts/slideLayout1.xml" Id="R82fbbf6bbff441d7" /><Relationship Type="http://schemas.openxmlformats.org/officeDocument/2006/relationships/slideLayout" Target="/ppt/slideLayouts/slideLayout2.xml" Id="R389fb73fc6674c09" /><Relationship Type="http://schemas.openxmlformats.org/officeDocument/2006/relationships/slideLayout" Target="/ppt/slideLayouts/slideLayout3.xml" Id="Re294ee303f544a73" /><Relationship Type="http://schemas.openxmlformats.org/officeDocument/2006/relationships/slideLayout" Target="/ppt/slideLayouts/slideLayout4.xml" Id="R13c8d87ca1ac4710" /><Relationship Type="http://schemas.openxmlformats.org/officeDocument/2006/relationships/slideLayout" Target="/ppt/slideLayouts/slideLayout5.xml" Id="R9924f6dbf0b94642" /><Relationship Type="http://schemas.openxmlformats.org/officeDocument/2006/relationships/slideLayout" Target="/ppt/slideLayouts/slideLayout6.xml" Id="R4e66154f523643b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2fbbf6bbff441d7"/>
    <p:sldLayoutId xmlns:r="http://schemas.openxmlformats.org/officeDocument/2006/relationships" id="2147483650" r:id="R389fb73fc6674c09"/>
    <p:sldLayoutId xmlns:r="http://schemas.openxmlformats.org/officeDocument/2006/relationships" id="2147483651" r:id="Re294ee303f544a73"/>
    <p:sldLayoutId xmlns:r="http://schemas.openxmlformats.org/officeDocument/2006/relationships" id="2147483652" r:id="R13c8d87ca1ac4710"/>
    <p:sldLayoutId xmlns:r="http://schemas.openxmlformats.org/officeDocument/2006/relationships" id="2147483653" r:id="R9924f6dbf0b94642"/>
    <p:sldLayoutId xmlns:r="http://schemas.openxmlformats.org/officeDocument/2006/relationships" id="2147483654" r:id="R4e66154f523643b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90b33713f684cfa" /><Relationship Type="http://schemas.openxmlformats.org/officeDocument/2006/relationships/image" Target="/ppt/media/image.png" Id="Rb2309e6d48354ea3" /><Relationship Type="http://schemas.openxmlformats.org/officeDocument/2006/relationships/notesSlide" Target="/ppt/notesSlides/notesSlide1.xml" Id="R8218d284a44c4474" /></Relationships>
</file>

<file path=ppt/slides/_rels/slide5.xml.rels><?xml version="1.0" encoding="utf-8"?><Relationships xmlns="http://schemas.openxmlformats.org/package/2006/relationships"><Relationship Type="http://schemas.openxmlformats.org/officeDocument/2006/relationships/slideLayout" Target="/ppt/slideLayouts/slideLayout6.xml" Id="Rffacbf30bd7e4be8" /><Relationship Type="http://schemas.openxmlformats.org/officeDocument/2006/relationships/image" Target="/ppt/media/image11.png" Id="R8fae9afda26b4d4a" /><Relationship Type="http://schemas.openxmlformats.org/officeDocument/2006/relationships/image" Target="/ppt/media/screen1.png" Id="rIdScreen1" /><Relationship Type="http://schemas.openxmlformats.org/officeDocument/2006/relationships/notesSlide" Target="/ppt/notesSlides/notesSlide5.xml" Id="R649bd82b99f745bc" /></Relationships>
</file>

<file path=ppt/slides/_rels/slide6.xml.rels><?xml version="1.0" encoding="utf-8"?><Relationships xmlns="http://schemas.openxmlformats.org/package/2006/relationships"><Relationship Type="http://schemas.openxmlformats.org/officeDocument/2006/relationships/slideLayout" Target="/ppt/slideLayouts/slideLayout6.xml" Id="Rffacbf30bd7e4be8" /><Relationship Type="http://schemas.openxmlformats.org/officeDocument/2006/relationships/image" Target="/ppt/media/image11.png" Id="R8fae9afda26b4d4a" /><Relationship Type="http://schemas.openxmlformats.org/officeDocument/2006/relationships/image" Target="/ppt/media/screen2.png" Id="rIdScreen1" /><Relationship Type="http://schemas.openxmlformats.org/officeDocument/2006/relationships/notesSlide" Target="/ppt/notesSlides/notesSlide6.xml" Id="R3651403f2473454b" /></Relationships>
</file>

<file path=ppt/slides/_rels/slide7.xml.rels><?xml version="1.0" encoding="utf-8"?><Relationships xmlns="http://schemas.openxmlformats.org/package/2006/relationships"><Relationship Type="http://schemas.openxmlformats.org/officeDocument/2006/relationships/slideLayout" Target="/ppt/slideLayouts/slideLayout6.xml" Id="Rffacbf30bd7e4be8" /><Relationship Type="http://schemas.openxmlformats.org/officeDocument/2006/relationships/image" Target="/ppt/media/image11.png" Id="R8fae9afda26b4d4a" /><Relationship Type="http://schemas.openxmlformats.org/officeDocument/2006/relationships/image" Target="/ppt/media/screen3.png" Id="rIdScreen1" /><Relationship Type="http://schemas.openxmlformats.org/officeDocument/2006/relationships/notesSlide" Target="/ppt/notesSlides/notesSlide7.xml" Id="R63599f4a84d44695" /></Relationships>
</file>

<file path=ppt/slides/_rels/slide8.xml.rels><?xml version="1.0" encoding="utf-8"?><Relationships xmlns="http://schemas.openxmlformats.org/package/2006/relationships"><Relationship Type="http://schemas.openxmlformats.org/officeDocument/2006/relationships/slideLayout" Target="/ppt/slideLayouts/slideLayout6.xml" Id="Rffacbf30bd7e4be8" /><Relationship Type="http://schemas.openxmlformats.org/officeDocument/2006/relationships/image" Target="/ppt/media/image11.png" Id="R8fae9afda26b4d4a" /><Relationship Type="http://schemas.openxmlformats.org/officeDocument/2006/relationships/image" Target="/ppt/media/screen4.png" Id="rIdScreen1" /><Relationship Type="http://schemas.openxmlformats.org/officeDocument/2006/relationships/notesSlide" Target="/ppt/notesSlides/notesSlide8.xml" Id="R58c9ed4f7f1b451d"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ed01e212e4e848c8" /><Relationship Type="http://schemas.openxmlformats.org/officeDocument/2006/relationships/image" Target="/ppt/media/image9.png" Id="Rc74582dcc80c47be" /><Relationship Type="http://schemas.openxmlformats.org/officeDocument/2006/relationships/notesSlide" Target="/ppt/notesSlides/notesSlide9.xml" Id="R10e35e5b1498437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8541370ac2d3479a" /><Relationship Type="http://schemas.openxmlformats.org/officeDocument/2006/relationships/notesSlide" Target="/ppt/notesSlides/notesSlide12.xml" Id="Rd83b7f19023c4f7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aaac4c7948854fa6" /><Relationship Type="http://schemas.openxmlformats.org/officeDocument/2006/relationships/image" Target="/ppt/media/image13.png" Id="Rb2c03947eb284136" /><Relationship Type="http://schemas.openxmlformats.org/officeDocument/2006/relationships/notesSlide" Target="/ppt/notesSlides/notesSlide14.xml" Id="R2696b292208240a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b96cb07958a94d42" /><Relationship Type="http://schemas.openxmlformats.org/officeDocument/2006/relationships/image" Target="/ppt/media/image14.png" Id="R3a3d6d5282e540ca" /><Relationship Type="http://schemas.openxmlformats.org/officeDocument/2006/relationships/notesSlide" Target="/ppt/notesSlides/notesSlide15.xml" Id="Rc1417972f49642d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ed01e212e4e848c8" /><Relationship Type="http://schemas.openxmlformats.org/officeDocument/2006/relationships/image" Target="/ppt/media/image9.png" Id="Rc74582dcc80c47b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8541370ac2d3479a" /></Relationships>
</file>

<file path=ppt/slides/slide1.xml><?xml version="1.0" encoding="utf-8"?>
<p:sld xmlns:p="http://schemas.openxmlformats.org/presentationml/2006/main">
  <p:cSld>
    <p:bg>
      <p:bgPr>
        <a:solidFill xmlns:a="http://schemas.openxmlformats.org/drawingml/2006/main">
          <a:srgbClr val="F6EBD3"/>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9FF36617-3833-4BC5-9F21-EA1CE8063498}"/>
              </a:ext>
            </a:extLst>
          </p:cNvPr>
          <p:cNvPicPr>
            <a:picLocks xmlns:a="http://schemas.openxmlformats.org/drawingml/2006/main" noChangeAspect="1"/>
          </p:cNvPicPr>
          <p:nvPr/>
        </p:nvPicPr>
        <p:blipFill>
          <a:blip xmlns:r="http://schemas.openxmlformats.org/officeDocument/2006/relationships" xmlns:a="http://schemas.openxmlformats.org/drawingml/2006/main" r:embed="Rb2309e6d48354ea3"/>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contrast-background">
            <a:extLst xmlns:a="http://schemas.openxmlformats.org/drawingml/2006/main">
              <a:ext uri="{FF2B5EF4-FFF2-40B4-BE49-F238E27FC236}">
                <a16:creationId xmlns:a16="http://schemas.microsoft.com/office/drawing/2014/main" id="{ACEFACA5-3E6A-41C8-AAB5-DBABEF98640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gradFill xmlns:a="http://schemas.openxmlformats.org/drawingml/2006/main">
            <a:gsLst>
              <a:gs pos="0">
                <a:srgbClr val="112E28">
                  <a:alpha val="96000"/>
                </a:srgbClr>
              </a:gs>
              <a:gs pos="39000">
                <a:srgbClr val="112E28">
                  <a:alpha val="87000"/>
                </a:srgbClr>
              </a:gs>
              <a:gs pos="77000">
                <a:srgbClr val="112E28">
                  <a:alpha val="15000"/>
                </a:srgbClr>
              </a:gs>
              <a:gs pos="100000">
                <a:srgbClr val="112E28">
                  <a:alpha val="5000"/>
                </a:srgbClr>
              </a:gs>
            </a:gsLst>
            <a:lin ang="0"/>
          </a:gradFill>
          <a:ln xmlns:a="http://schemas.openxmlformats.org/drawingml/2006/main" w="0">
            <a:noFill/>
            <a:prstDash val="solid"/>
          </a:ln>
        </p:spPr>
      </p:sp>
      <p:sp>
        <p:nvSpPr>
          <p:cNvPr id="3" name="text-1">
            <a:extLst xmlns:a="http://schemas.openxmlformats.org/drawingml/2006/main">
              <a:ext uri="{FF2B5EF4-FFF2-40B4-BE49-F238E27FC236}">
                <a16:creationId xmlns:a16="http://schemas.microsoft.com/office/drawing/2014/main" id="{10852F5C-8AB2-42F8-A6CD-30A3836B8F6E}"/>
              </a:ext>
            </a:extLst>
          </p:cNvPr>
          <p:cNvSpPr>
            <a:spLocks xmlns:a="http://schemas.openxmlformats.org/drawingml/2006/main" noGrp="1"/>
          </p:cNvSpPr>
          <p:nvPr/>
        </p:nvSpPr>
        <p:spPr>
          <a:xfrm xmlns:a="http://schemas.openxmlformats.org/drawingml/2006/main">
            <a:off x="628650" y="476250"/>
            <a:ext cx="5143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725" b="0">
                <a:solidFill>
                  <a:srgbClr val="D7BB85"/>
                </a:solidFill>
                <a:latin typeface="Noto Sans KR"/>
                <a:ea typeface="Noto Sans KR"/>
                <a:cs typeface="Noto Sans KR"/>
              </a:defRPr>
            </a:defPPr>
          </a:lstStyle>
          <a:p xmlns:a="http://schemas.openxmlformats.org/drawingml/2006/main">
            <a:pPr>
              <a:defRPr sz="1725" b="0">
                <a:solidFill>
                  <a:srgbClr val="D7BB85"/>
                </a:solidFill>
                <a:latin typeface="Noto Sans KR"/>
                <a:ea typeface="Noto Sans KR"/>
                <a:cs typeface="Noto Sans KR"/>
              </a:defRPr>
            </a:pPr>
            <a:r>
              <a:rPr sz="1725" b="0">
                <a:solidFill>
                  <a:srgbClr val="D7BB85"/>
                </a:solidFill>
                <a:latin typeface="Noto Sans KR"/>
                <a:ea typeface="Noto Sans KR"/>
                <a:cs typeface="Noto Sans KR"/>
              </a:rPr>
              <a:t>3조 프로젝트 발표</a:t>
            </a:r>
          </a:p>
        </p:txBody>
      </p:sp>
      <p:sp>
        <p:nvSpPr>
          <p:cNvPr id="4" name="text-2">
            <a:extLst xmlns:a="http://schemas.openxmlformats.org/drawingml/2006/main">
              <a:ext uri="{FF2B5EF4-FFF2-40B4-BE49-F238E27FC236}">
                <a16:creationId xmlns:a16="http://schemas.microsoft.com/office/drawing/2014/main" id="{06FA529F-E69B-4891-8D86-9D929068EAA8}"/>
              </a:ext>
            </a:extLst>
          </p:cNvPr>
          <p:cNvSpPr>
            <a:spLocks xmlns:a="http://schemas.openxmlformats.org/drawingml/2006/main" noGrp="1"/>
          </p:cNvSpPr>
          <p:nvPr/>
        </p:nvSpPr>
        <p:spPr>
          <a:xfrm xmlns:a="http://schemas.openxmlformats.org/drawingml/2006/main">
            <a:off x="571500" y="1571625"/>
            <a:ext cx="7620000" cy="1905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1700" b="0">
                <a:solidFill>
                  <a:srgbClr val="F6EBD3"/>
                </a:solidFill>
                <a:latin typeface="BM EULJIRO TTF"/>
                <a:ea typeface="BM EULJIRO TTF"/>
                <a:cs typeface="BM EULJIRO TTF"/>
              </a:defRPr>
            </a:defPPr>
          </a:lstStyle>
          <a:p xmlns:a="http://schemas.openxmlformats.org/drawingml/2006/main">
            <a:pPr>
              <a:defRPr sz="11700" b="0">
                <a:solidFill>
                  <a:srgbClr val="F6EBD3"/>
                </a:solidFill>
                <a:latin typeface="BM EULJIRO TTF"/>
                <a:ea typeface="BM EULJIRO TTF"/>
                <a:cs typeface="BM EULJIRO TTF"/>
              </a:defRPr>
            </a:pPr>
            <a:r>
              <a:rPr sz="11700" b="0">
                <a:solidFill>
                  <a:srgbClr val="F6EBD3"/>
                </a:solidFill>
                <a:latin typeface="BM EULJIRO TTF"/>
                <a:ea typeface="BM EULJIRO TTF"/>
                <a:cs typeface="BM EULJIRO TTF"/>
              </a:rPr>
              <a:t>삼다방</a:t>
            </a:r>
          </a:p>
        </p:txBody>
      </p:sp>
      <p:sp>
        <p:nvSpPr>
          <p:cNvPr id="5" name="text-3">
            <a:extLst xmlns:a="http://schemas.openxmlformats.org/drawingml/2006/main">
              <a:ext uri="{FF2B5EF4-FFF2-40B4-BE49-F238E27FC236}">
                <a16:creationId xmlns:a16="http://schemas.microsoft.com/office/drawing/2014/main" id="{BF501D84-37D8-4B9B-AE64-567F793CCDA8}"/>
              </a:ext>
            </a:extLst>
          </p:cNvPr>
          <p:cNvSpPr>
            <a:spLocks xmlns:a="http://schemas.openxmlformats.org/drawingml/2006/main" noGrp="1"/>
          </p:cNvSpPr>
          <p:nvPr/>
        </p:nvSpPr>
        <p:spPr>
          <a:xfrm xmlns:a="http://schemas.openxmlformats.org/drawingml/2006/main">
            <a:off x="666750" y="3714750"/>
            <a:ext cx="58102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625" b="0">
                <a:solidFill>
                  <a:srgbClr val="F6EBD3"/>
                </a:solidFill>
                <a:latin typeface="Noto Sans KR"/>
                <a:ea typeface="Noto Sans KR"/>
                <a:cs typeface="Noto Sans KR"/>
              </a:defRPr>
            </a:defPPr>
          </a:lstStyle>
          <a:p xmlns:a="http://schemas.openxmlformats.org/drawingml/2006/main">
            <a:pPr>
              <a:defRPr sz="2625" b="0">
                <a:solidFill>
                  <a:srgbClr val="F6EBD3"/>
                </a:solidFill>
                <a:latin typeface="Noto Sans KR"/>
                <a:ea typeface="Noto Sans KR"/>
                <a:cs typeface="Noto Sans KR"/>
              </a:defRPr>
            </a:pPr>
            <a:r>
              <a:rPr sz="2625" b="0">
                <a:solidFill>
                  <a:srgbClr val="F6EBD3"/>
                </a:solidFill>
                <a:latin typeface="Noto Sans KR"/>
                <a:ea typeface="Noto Sans KR"/>
                <a:cs typeface="Noto Sans KR"/>
              </a:rPr>
              <a:t>옛날 다방의 감성을 담은</a:t>
            </a:r>
          </a:p>
          <a:p xmlns:a="http://schemas.openxmlformats.org/drawingml/2006/main">
            <a:pPr>
              <a:defRPr sz="2625" b="0">
                <a:solidFill>
                  <a:srgbClr val="F6EBD3"/>
                </a:solidFill>
                <a:latin typeface="Noto Sans KR"/>
                <a:ea typeface="Noto Sans KR"/>
                <a:cs typeface="Noto Sans KR"/>
              </a:defRPr>
            </a:pPr>
            <a:r>
              <a:rPr sz="2625" b="0">
                <a:solidFill>
                  <a:srgbClr val="F6EBD3"/>
                </a:solidFill>
                <a:latin typeface="Noto Sans KR"/>
                <a:ea typeface="Noto Sans KR"/>
                <a:cs typeface="Noto Sans KR"/>
              </a:rPr>
              <a:t>카페 서비스</a:t>
            </a:r>
          </a:p>
        </p:txBody>
      </p:sp>
      <p:sp>
        <p:nvSpPr>
          <p:cNvPr id="6" name="text-4">
            <a:extLst xmlns:a="http://schemas.openxmlformats.org/drawingml/2006/main">
              <a:ext uri="{FF2B5EF4-FFF2-40B4-BE49-F238E27FC236}">
                <a16:creationId xmlns:a16="http://schemas.microsoft.com/office/drawing/2014/main" id="{7ECC5E2E-D354-413B-95B0-E85C6DB944E9}"/>
              </a:ext>
            </a:extLst>
          </p:cNvPr>
          <p:cNvSpPr>
            <a:spLocks xmlns:a="http://schemas.openxmlformats.org/drawingml/2006/main" noGrp="1"/>
          </p:cNvSpPr>
          <p:nvPr/>
        </p:nvSpPr>
        <p:spPr>
          <a:xfrm xmlns:a="http://schemas.openxmlformats.org/drawingml/2006/main">
            <a:off x="666750" y="5467350"/>
            <a:ext cx="9144000" cy="74066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800" b="0">
                <a:solidFill>
                  <a:srgbClr val="F6EBD3"/>
                </a:solidFill>
                <a:latin typeface="Noto Sans KR"/>
                <a:ea typeface="Noto Sans KR"/>
                <a:cs typeface="Noto Sans KR"/>
              </a:defRPr>
            </a:defPPr>
          </a:lstStyle>
          <a:p xmlns:a="http://schemas.openxmlformats.org/drawingml/2006/main">
            <a:pPr>
              <a:defRPr sz="1800" b="0">
                <a:solidFill>
                  <a:srgbClr val="F6EBD3"/>
                </a:solidFill>
                <a:latin typeface="Noto Sans KR"/>
                <a:ea typeface="Noto Sans KR"/>
                <a:cs typeface="Noto Sans KR"/>
              </a:defRPr>
            </a:pPr>
            <a:r>
              <a:rPr sz="1800" b="0">
                <a:solidFill>
                  <a:srgbClr val="F6EBD3"/>
                </a:solidFill>
                <a:latin typeface="Noto Sans KR"/>
                <a:ea typeface="Noto Sans KR"/>
                <a:cs typeface="Noto Sans KR"/>
              </a:rPr>
              <a:t>팀 이름  3조</a:t>
            </a:r>
          </a:p>
          <a:p xmlns:a="http://schemas.openxmlformats.org/drawingml/2006/main">
            <a:pPr>
              <a:defRPr sz="1800" b="0">
                <a:solidFill>
                  <a:srgbClr val="F6EBD3"/>
                </a:solidFill>
                <a:latin typeface="Noto Sans KR"/>
                <a:ea typeface="Noto Sans KR"/>
                <a:cs typeface="Noto Sans KR"/>
              </a:defRPr>
            </a:pPr>
            <a:r>
              <a:rPr sz="1800" b="0">
                <a:solidFill>
                  <a:srgbClr val="F6EBD3"/>
                </a:solidFill>
                <a:latin typeface="Noto Sans KR"/>
                <a:ea typeface="Noto Sans KR"/>
                <a:cs typeface="Noto Sans KR"/>
              </a:rPr>
              <a:t>조원  김종수 · 이준호 · 차재인 · 오명석 · 양덕관 · 배기현 · 김도균</a:t>
            </a:r>
          </a:p>
        </p:txBody>
      </p:sp>
    </p:spTree>
    <p:extLst>
      <p:ext uri="{BB962C8B-B14F-4D97-AF65-F5344CB8AC3E}">
        <p14:creationId xmlns:p14="http://schemas.microsoft.com/office/powerpoint/2010/main" val="1701969553"/>
      </p:ext>
    </p:extLst>
  </p:cSld>
</p:sld>
</file>

<file path=ppt/slides/slide5.xml><?xml version="1.0" encoding="utf-8"?>
<p:sld xmlns:a="http://schemas.openxmlformats.org/drawingml/2006/main" xmlns:r="http://schemas.openxmlformats.org/officeDocument/2006/relationships" xmlns:p="http://schemas.openxmlformats.org/presentationml/2006/main">
  <p:cSld>
    <p:bg>
      <p:bgPr>
        <a:solidFill xmlns:a="http://schemas.openxmlformats.org/drawingml/2006/main">
          <a:srgbClr val="F6EBD3"/>
        </a:solidFill>
      </p:bgPr>
    </p:bg>
    <p:spTree>
      <p:nvGrpSpPr>
        <p:cNvPr id="1" name=""/>
        <p:cNvGrpSpPr/>
        <p:nvPr/>
      </p:nvGrpSpPr>
      <p:grpSpPr>
        <a:xfrm xmlns:a="http://schemas.openxmlformats.org/drawingml/2006/main"/>
      </p:grpSpPr>
      <p:pic>
        <p:nvPicPr>
          <p:cNvPr id="19" name="">
            <a:extLst xmlns:a="http://schemas.openxmlformats.org/drawingml/2006/main">
              <a:ext uri="{FF2B5EF4-FFF2-40B4-BE49-F238E27FC236}">
                <a16:creationId xmlns:a16="http://schemas.microsoft.com/office/drawing/2014/main" id="{FE134F51-3656-4EB1-BBFF-02CFB19957F0}"/>
              </a:ext>
            </a:extLst>
          </p:cNvPr>
          <p:cNvPicPr>
            <a:picLocks xmlns:a="http://schemas.openxmlformats.org/drawingml/2006/main" noChangeAspect="1"/>
          </p:cNvPicPr>
          <p:nvPr/>
        </p:nvPicPr>
        <p:blipFill>
          <a:blip xmlns:r="http://schemas.openxmlformats.org/officeDocument/2006/relationships" xmlns:a="http://schemas.openxmlformats.org/drawingml/2006/main" r:embed="R8fae9afda26b4d4a"/>
          <a:srcRect xmlns:a="http://schemas.openxmlformats.org/drawingml/2006/main" l="6000" t="10000" r="42000" b="15000"/>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text-0">
            <a:extLst xmlns:a="http://schemas.openxmlformats.org/drawingml/2006/main">
              <a:ext uri="{FF2B5EF4-FFF2-40B4-BE49-F238E27FC236}">
                <a16:creationId xmlns:a16="http://schemas.microsoft.com/office/drawing/2014/main" id="{EED5CDD4-7355-4520-93EB-DA1560B6CF53}"/>
              </a:ext>
            </a:extLst>
          </p:cNvPr>
          <p:cNvSpPr>
            <a:spLocks xmlns:a="http://schemas.openxmlformats.org/drawingml/2006/main" noGrp="1"/>
          </p:cNvSpPr>
          <p:nvPr/>
        </p:nvSpPr>
        <p:spPr>
          <a:xfrm xmlns:a="http://schemas.openxmlformats.org/drawingml/2006/main">
            <a:off x="609600" y="342900"/>
            <a:ext cx="438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275" b="1">
                <a:solidFill>
                  <a:srgbClr val="725A49"/>
                </a:solidFill>
                <a:latin typeface="Noto Sans KR"/>
                <a:ea typeface="Noto Sans KR"/>
                <a:cs typeface="Noto Sans KR"/>
              </a:defRPr>
            </a:defPPr>
          </a:lstStyle>
          <a:p xmlns:a="http://schemas.openxmlformats.org/drawingml/2006/main">
            <a:pPr>
              <a:defRPr sz="1275" b="1">
                <a:solidFill>
                  <a:srgbClr val="725A49"/>
                </a:solidFill>
                <a:latin typeface="Noto Sans KR"/>
                <a:ea typeface="Noto Sans KR"/>
                <a:cs typeface="Noto Sans KR"/>
              </a:defRPr>
            </a:pPr>
            <a:r>
              <a:rPr sz="1275" b="1">
                <a:solidFill>
                  <a:srgbClr val="725A49"/>
                </a:solidFill>
                <a:latin typeface="Noto Sans KR"/>
                <a:ea typeface="Noto Sans KR"/>
                <a:cs typeface="Noto Sans KR"/>
              </a:rPr>
              <a:t>SAM DABANG</a:t>
            </a:r>
          </a:p>
        </p:txBody>
      </p:sp>
      <p:sp>
        <p:nvSpPr>
          <p:cNvPr id="3" name="text-1">
            <a:extLst xmlns:a="http://schemas.openxmlformats.org/drawingml/2006/main">
              <a:ext uri="{FF2B5EF4-FFF2-40B4-BE49-F238E27FC236}">
                <a16:creationId xmlns:a16="http://schemas.microsoft.com/office/drawing/2014/main" id="{F00EC042-E673-4561-89FF-32C425D374AF}"/>
              </a:ext>
            </a:extLst>
          </p:cNvPr>
          <p:cNvSpPr>
            <a:spLocks xmlns:a="http://schemas.openxmlformats.org/drawingml/2006/main" noGrp="1"/>
          </p:cNvSpPr>
          <p:nvPr/>
        </p:nvSpPr>
        <p:spPr>
          <a:xfrm xmlns:a="http://schemas.openxmlformats.org/drawingml/2006/main">
            <a:off x="609600" y="800100"/>
            <a:ext cx="10382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900" b="0">
                <a:solidFill>
                  <a:srgbClr val="173F36"/>
                </a:solidFill>
                <a:latin typeface="BM EULJIRO TTF"/>
                <a:ea typeface="BM EULJIRO TTF"/>
                <a:cs typeface="BM EULJIRO TTF"/>
              </a:defRPr>
            </a:defPPr>
          </a:lstStyle>
          <a:p xmlns:a="http://schemas.openxmlformats.org/drawingml/2006/main">
            <a:pPr>
              <a:defRPr sz="3900" b="0">
                <a:solidFill>
                  <a:srgbClr val="173F36"/>
                </a:solidFill>
                <a:latin typeface="BM EULJIRO TTF"/>
                <a:ea typeface="BM EULJIRO TTF"/>
                <a:cs typeface="BM EULJIRO TTF"/>
              </a:defRPr>
            </a:pPr>
            <a:r>
              <a:rPr sz="3900" b="0">
                <a:solidFill>
                  <a:srgbClr val="173F36"/>
                </a:solidFill>
                <a:latin typeface="BM EULJIRO TTF"/>
                <a:ea typeface="BM EULJIRO TTF"/>
                <a:cs typeface="BM EULJIRO TTF"/>
              </a:rPr>
              <a:t>손님  신청곡 남기기</a:t>
            </a:r>
          </a:p>
        </p:txBody>
      </p:sp>
      <p:sp>
        <p:nvSpPr>
          <p:cNvPr id="4" name="text-2">
            <a:extLst xmlns:a="http://schemas.openxmlformats.org/drawingml/2006/main">
              <a:ext uri="{FF2B5EF4-FFF2-40B4-BE49-F238E27FC236}">
                <a16:creationId xmlns:a16="http://schemas.microsoft.com/office/drawing/2014/main" id="{0624F9E0-0BCB-43DD-85DE-C57BCC46120F}"/>
              </a:ext>
            </a:extLst>
          </p:cNvPr>
          <p:cNvSpPr>
            <a:spLocks xmlns:a="http://schemas.openxmlformats.org/drawingml/2006/main" noGrp="1"/>
          </p:cNvSpPr>
          <p:nvPr/>
        </p:nvSpPr>
        <p:spPr>
          <a:xfrm xmlns:a="http://schemas.openxmlformats.org/drawingml/2006/main">
            <a:off x="10953750" y="361950"/>
            <a:ext cx="6191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0">
                <a:solidFill>
                  <a:srgbClr val="83372F"/>
                </a:solidFill>
                <a:latin typeface="BM EULJIRO TTF"/>
                <a:ea typeface="BM EULJIRO TTF"/>
                <a:cs typeface="BM EULJIRO TTF"/>
              </a:defRPr>
            </a:defPPr>
          </a:lstStyle>
          <a:p xmlns:a="http://schemas.openxmlformats.org/drawingml/2006/main">
            <a:pPr>
              <a:defRPr sz="2100" b="0">
                <a:solidFill>
                  <a:srgbClr val="83372F"/>
                </a:solidFill>
                <a:latin typeface="BM EULJIRO TTF"/>
                <a:ea typeface="BM EULJIRO TTF"/>
                <a:cs typeface="BM EULJIRO TTF"/>
              </a:defRPr>
            </a:pPr>
            <a:r>
              <a:rPr sz="2100" b="0">
                <a:solidFill>
                  <a:srgbClr val="83372F"/>
                </a:solidFill>
                <a:latin typeface="BM EULJIRO TTF"/>
                <a:ea typeface="BM EULJIRO TTF"/>
                <a:cs typeface="BM EULJIRO TTF"/>
              </a:rPr>
              <a:t>04</a:t>
            </a:r>
          </a:p>
        </p:txBody>
      </p:sp>
      <p:sp>
        <p:nvSpPr>
          <p:cNvPr id="5" name="text-3">
            <a:extLst xmlns:a="http://schemas.openxmlformats.org/drawingml/2006/main">
              <a:ext uri="{FF2B5EF4-FFF2-40B4-BE49-F238E27FC236}">
                <a16:creationId xmlns:a16="http://schemas.microsoft.com/office/drawing/2014/main" id="{BBD2D203-90AE-4315-97AA-6E84E1C7EA3A}"/>
              </a:ext>
            </a:extLst>
          </p:cNvPr>
          <p:cNvSpPr>
            <a:spLocks xmlns:a="http://schemas.openxmlformats.org/drawingml/2006/main" noGrp="1"/>
          </p:cNvSpPr>
          <p:nvPr/>
        </p:nvSpPr>
        <p:spPr>
          <a:xfrm xmlns:a="http://schemas.openxmlformats.org/drawingml/2006/main">
            <a:off x="628650" y="1619250"/>
            <a:ext cx="10382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0">
                <a:solidFill>
                  <a:srgbClr val="83372F"/>
                </a:solidFill>
                <a:latin typeface="Noto Sans KR"/>
                <a:ea typeface="Noto Sans KR"/>
                <a:cs typeface="Noto Sans KR"/>
              </a:defRPr>
            </a:defPPr>
          </a:lstStyle>
          <a:p xmlns:a="http://schemas.openxmlformats.org/drawingml/2006/main">
            <a:pPr>
              <a:defRPr sz="2025" b="0">
                <a:solidFill>
                  <a:srgbClr val="83372F"/>
                </a:solidFill>
                <a:latin typeface="Noto Sans KR"/>
                <a:ea typeface="Noto Sans KR"/>
                <a:cs typeface="Noto Sans KR"/>
              </a:defRPr>
            </a:pPr>
            <a:r>
              <a:rPr sz="2025" b="0">
                <a:solidFill>
                  <a:srgbClr val="83372F"/>
                </a:solidFill>
                <a:latin typeface="Noto Sans KR"/>
                <a:ea typeface="Noto Sans KR"/>
                <a:cs typeface="Noto Sans KR"/>
              </a:rPr>
              <a:t>신청서를 쓰듯 노래와 사연을 남기면 대기 순서에 올라갑니다</a:t>
            </a:r>
          </a:p>
        </p:txBody>
      </p:sp>
      <p:pic>
        <p:nvPicPr>
          <p:cNvPr id="100" name="screen-1" descr="뮤직박스 신청곡 작성 화면과 지금 나오는 음악"/>
          <p:cNvPicPr>
            <a:picLocks noChangeAspect="1"/>
          </p:cNvPicPr>
          <p:nvPr/>
        </p:nvPicPr>
        <p:blipFill>
          <a:blip r:embed="rIdScreen1"/>
          <a:stretch>
            <a:fillRect/>
          </a:stretch>
        </p:blipFill>
        <p:spPr>
          <a:xfrm>
            <a:off x="612648" y="2194560"/>
            <a:ext cx="6315075" cy="3886200"/>
          </a:xfrm>
          <a:prstGeom prst="rect">
            <a:avLst/>
          </a:prstGeom>
          <a:ln w="12700">
            <a:solidFill>
              <a:srgbClr val="5A4636"/>
            </a:solidFill>
          </a:ln>
          <a:effectLst>
            <a:outerShdw blurRad="152400" dist="50800" dir="5400000" algn="t" rotWithShape="0">
              <a:srgbClr val="2B1D14">
                <a:alpha val="30000"/>
              </a:srgbClr>
            </a:outerShdw>
          </a:effectLst>
        </p:spPr>
      </p:pic>
      <p:sp>
        <p:nvSpPr>
          <p:cNvPr id="101" name="num-1"/>
          <p:cNvSpPr>
            <a:spLocks xmlns:a="http://schemas.openxmlformats.org/drawingml/2006/main" noGrp="1"/>
          </p:cNvSpPr>
          <p:nvPr/>
        </p:nvSpPr>
        <p:spPr>
          <a:xfrm xmlns:a="http://schemas.openxmlformats.org/drawingml/2006/main">
            <a:off x="7384923" y="2331720"/>
            <a:ext cx="685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775" b="0">
                <a:solidFill>
                  <a:srgbClr val="83372F"/>
                </a:solidFill>
                <a:latin typeface="BM EULJIRO TTF"/>
                <a:ea typeface="BM EULJIRO TTF"/>
                <a:cs typeface="BM EULJIRO TTF"/>
              </a:defRPr>
            </a:defPPr>
          </a:lstStyle>
          <a:p xmlns:a="http://schemas.openxmlformats.org/drawingml/2006/main">
            <a:pPr>
              <a:defRPr sz="2775" b="0">
                <a:solidFill>
                  <a:srgbClr val="83372F"/>
                </a:solidFill>
                <a:latin typeface="BM EULJIRO TTF"/>
                <a:ea typeface="BM EULJIRO TTF"/>
                <a:cs typeface="BM EULJIRO TTF"/>
              </a:defRPr>
            </a:pPr>
            <a:r>
              <a:rPr sz="2775" b="0">
                <a:solidFill>
                  <a:srgbClr val="83372F"/>
                </a:solidFill>
                <a:latin typeface="BM EULJIRO TTF"/>
                <a:ea typeface="BM EULJIRO TTF"/>
                <a:cs typeface="BM EULJIRO TTF"/>
              </a:rPr>
              <a:t>01</a:t>
            </a:r>
          </a:p>
        </p:txBody>
      </p:sp>
      <p:sp>
        <p:nvSpPr>
          <p:cNvPr id="102" name="point-1"/>
          <p:cNvSpPr>
            <a:spLocks xmlns:a="http://schemas.openxmlformats.org/drawingml/2006/main" noGrp="1"/>
          </p:cNvSpPr>
          <p:nvPr/>
        </p:nvSpPr>
        <p:spPr>
          <a:xfrm xmlns:a="http://schemas.openxmlformats.org/drawingml/2006/main">
            <a:off x="8162163" y="2350008"/>
            <a:ext cx="3414141" cy="4114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325" b="0">
                <a:solidFill>
                  <a:srgbClr val="173F36"/>
                </a:solidFill>
                <a:latin typeface="BM EULJIRO TTF"/>
                <a:ea typeface="BM EULJIRO TTF"/>
                <a:cs typeface="BM EULJIRO TTF"/>
              </a:defRPr>
            </a:defPPr>
          </a:lstStyle>
          <a:p xmlns:a="http://schemas.openxmlformats.org/drawingml/2006/main">
            <a:pPr>
              <a:defRPr sz="2325" b="0">
                <a:solidFill>
                  <a:srgbClr val="173F36"/>
                </a:solidFill>
                <a:latin typeface="BM EULJIRO TTF"/>
                <a:ea typeface="BM EULJIRO TTF"/>
                <a:cs typeface="BM EULJIRO TTF"/>
              </a:defRPr>
            </a:pPr>
            <a:r>
              <a:rPr sz="2325" b="0">
                <a:solidFill>
                  <a:srgbClr val="173F36"/>
                </a:solidFill>
                <a:latin typeface="BM EULJIRO TTF"/>
                <a:ea typeface="BM EULJIRO TTF"/>
                <a:cs typeface="BM EULJIRO TTF"/>
              </a:rPr>
              <a:t>신청서</a:t>
            </a:r>
          </a:p>
        </p:txBody>
      </p:sp>
      <p:sp>
        <p:nvSpPr>
          <p:cNvPr id="103" name="desc-1"/>
          <p:cNvSpPr>
            <a:spLocks xmlns:a="http://schemas.openxmlformats.org/drawingml/2006/main" noGrp="1"/>
          </p:cNvSpPr>
          <p:nvPr/>
        </p:nvSpPr>
        <p:spPr>
          <a:xfrm xmlns:a="http://schemas.openxmlformats.org/drawingml/2006/main">
            <a:off x="8162163" y="2788920"/>
            <a:ext cx="3414141" cy="7315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0">
                <a:solidFill>
                  <a:srgbClr val="30251D"/>
                </a:solidFill>
                <a:latin typeface="Noto Sans KR"/>
                <a:ea typeface="Noto Sans KR"/>
                <a:cs typeface="Noto Sans KR"/>
              </a:defRPr>
            </a:defPPr>
          </a:lstStyle>
          <a:p xmlns:a="http://schemas.openxmlformats.org/drawingml/2006/main">
            <a:pPr>
              <a:defRPr sz="2025" b="0">
                <a:solidFill>
                  <a:srgbClr val="30251D"/>
                </a:solidFill>
                <a:latin typeface="Noto Sans KR"/>
                <a:ea typeface="Noto Sans KR"/>
                <a:cs typeface="Noto Sans KR"/>
              </a:defRPr>
            </a:pPr>
            <a:r>
              <a:rPr sz="2025" b="0">
                <a:solidFill>
                  <a:srgbClr val="30251D"/>
                </a:solidFill>
                <a:latin typeface="Noto Sans KR"/>
                <a:ea typeface="Noto Sans KR"/>
                <a:cs typeface="Noto Sans KR"/>
              </a:rPr>
              <a:t>곡명·가수·사연을 적어 신청 (사연 최대 500자)</a:t>
            </a:r>
          </a:p>
        </p:txBody>
      </p:sp>
      <p:sp>
        <p:nvSpPr>
          <p:cNvPr id="104" name="num-2"/>
          <p:cNvSpPr>
            <a:spLocks xmlns:a="http://schemas.openxmlformats.org/drawingml/2006/main" noGrp="1"/>
          </p:cNvSpPr>
          <p:nvPr/>
        </p:nvSpPr>
        <p:spPr>
          <a:xfrm xmlns:a="http://schemas.openxmlformats.org/drawingml/2006/main">
            <a:off x="7384923" y="3657600"/>
            <a:ext cx="685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775" b="0">
                <a:solidFill>
                  <a:srgbClr val="83372F"/>
                </a:solidFill>
                <a:latin typeface="BM EULJIRO TTF"/>
                <a:ea typeface="BM EULJIRO TTF"/>
                <a:cs typeface="BM EULJIRO TTF"/>
              </a:defRPr>
            </a:defPPr>
          </a:lstStyle>
          <a:p xmlns:a="http://schemas.openxmlformats.org/drawingml/2006/main">
            <a:pPr>
              <a:defRPr sz="2775" b="0">
                <a:solidFill>
                  <a:srgbClr val="83372F"/>
                </a:solidFill>
                <a:latin typeface="BM EULJIRO TTF"/>
                <a:ea typeface="BM EULJIRO TTF"/>
                <a:cs typeface="BM EULJIRO TTF"/>
              </a:defRPr>
            </a:pPr>
            <a:r>
              <a:rPr sz="2775" b="0">
                <a:solidFill>
                  <a:srgbClr val="83372F"/>
                </a:solidFill>
                <a:latin typeface="BM EULJIRO TTF"/>
                <a:ea typeface="BM EULJIRO TTF"/>
                <a:cs typeface="BM EULJIRO TTF"/>
              </a:rPr>
              <a:t>02</a:t>
            </a:r>
          </a:p>
        </p:txBody>
      </p:sp>
      <p:sp>
        <p:nvSpPr>
          <p:cNvPr id="105" name="point-2"/>
          <p:cNvSpPr>
            <a:spLocks xmlns:a="http://schemas.openxmlformats.org/drawingml/2006/main" noGrp="1"/>
          </p:cNvSpPr>
          <p:nvPr/>
        </p:nvSpPr>
        <p:spPr>
          <a:xfrm xmlns:a="http://schemas.openxmlformats.org/drawingml/2006/main">
            <a:off x="8162163" y="3675888"/>
            <a:ext cx="3414141" cy="4114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325" b="0">
                <a:solidFill>
                  <a:srgbClr val="173F36"/>
                </a:solidFill>
                <a:latin typeface="BM EULJIRO TTF"/>
                <a:ea typeface="BM EULJIRO TTF"/>
                <a:cs typeface="BM EULJIRO TTF"/>
              </a:defRPr>
            </a:defPPr>
          </a:lstStyle>
          <a:p xmlns:a="http://schemas.openxmlformats.org/drawingml/2006/main">
            <a:pPr>
              <a:defRPr sz="2325" b="0">
                <a:solidFill>
                  <a:srgbClr val="173F36"/>
                </a:solidFill>
                <a:latin typeface="BM EULJIRO TTF"/>
                <a:ea typeface="BM EULJIRO TTF"/>
                <a:cs typeface="BM EULJIRO TTF"/>
              </a:defRPr>
            </a:pPr>
            <a:r>
              <a:rPr sz="2325" b="0">
                <a:solidFill>
                  <a:srgbClr val="173F36"/>
                </a:solidFill>
                <a:latin typeface="BM EULJIRO TTF"/>
                <a:ea typeface="BM EULJIRO TTF"/>
                <a:cs typeface="BM EULJIRO TTF"/>
              </a:rPr>
              <a:t>회원 전용</a:t>
            </a:r>
          </a:p>
        </p:txBody>
      </p:sp>
      <p:sp>
        <p:nvSpPr>
          <p:cNvPr id="106" name="desc-2"/>
          <p:cNvSpPr>
            <a:spLocks xmlns:a="http://schemas.openxmlformats.org/drawingml/2006/main" noGrp="1"/>
          </p:cNvSpPr>
          <p:nvPr/>
        </p:nvSpPr>
        <p:spPr>
          <a:xfrm xmlns:a="http://schemas.openxmlformats.org/drawingml/2006/main">
            <a:off x="8162163" y="4114800"/>
            <a:ext cx="3414141" cy="7315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0">
                <a:solidFill>
                  <a:srgbClr val="30251D"/>
                </a:solidFill>
                <a:latin typeface="Noto Sans KR"/>
                <a:ea typeface="Noto Sans KR"/>
                <a:cs typeface="Noto Sans KR"/>
              </a:defRPr>
            </a:defPPr>
          </a:lstStyle>
          <a:p xmlns:a="http://schemas.openxmlformats.org/drawingml/2006/main">
            <a:pPr>
              <a:defRPr sz="2025" b="0">
                <a:solidFill>
                  <a:srgbClr val="30251D"/>
                </a:solidFill>
                <a:latin typeface="Noto Sans KR"/>
                <a:ea typeface="Noto Sans KR"/>
                <a:cs typeface="Noto Sans KR"/>
              </a:defRPr>
            </a:pPr>
            <a:r>
              <a:rPr sz="2025" b="0">
                <a:solidFill>
                  <a:srgbClr val="30251D"/>
                </a:solidFill>
                <a:latin typeface="Noto Sans KR"/>
                <a:ea typeface="Noto Sans KR"/>
                <a:cs typeface="Noto Sans KR"/>
              </a:rPr>
              <a:t>신청인은 로그인한 회원 이름으로 자동 기입</a:t>
            </a:r>
          </a:p>
        </p:txBody>
      </p:sp>
      <p:sp>
        <p:nvSpPr>
          <p:cNvPr id="107" name="num-3"/>
          <p:cNvSpPr>
            <a:spLocks xmlns:a="http://schemas.openxmlformats.org/drawingml/2006/main" noGrp="1"/>
          </p:cNvSpPr>
          <p:nvPr/>
        </p:nvSpPr>
        <p:spPr>
          <a:xfrm xmlns:a="http://schemas.openxmlformats.org/drawingml/2006/main">
            <a:off x="7384923" y="4983480"/>
            <a:ext cx="685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775" b="0">
                <a:solidFill>
                  <a:srgbClr val="83372F"/>
                </a:solidFill>
                <a:latin typeface="BM EULJIRO TTF"/>
                <a:ea typeface="BM EULJIRO TTF"/>
                <a:cs typeface="BM EULJIRO TTF"/>
              </a:defRPr>
            </a:defPPr>
          </a:lstStyle>
          <a:p xmlns:a="http://schemas.openxmlformats.org/drawingml/2006/main">
            <a:pPr>
              <a:defRPr sz="2775" b="0">
                <a:solidFill>
                  <a:srgbClr val="83372F"/>
                </a:solidFill>
                <a:latin typeface="BM EULJIRO TTF"/>
                <a:ea typeface="BM EULJIRO TTF"/>
                <a:cs typeface="BM EULJIRO TTF"/>
              </a:defRPr>
            </a:pPr>
            <a:r>
              <a:rPr sz="2775" b="0">
                <a:solidFill>
                  <a:srgbClr val="83372F"/>
                </a:solidFill>
                <a:latin typeface="BM EULJIRO TTF"/>
                <a:ea typeface="BM EULJIRO TTF"/>
                <a:cs typeface="BM EULJIRO TTF"/>
              </a:rPr>
              <a:t>03</a:t>
            </a:r>
          </a:p>
        </p:txBody>
      </p:sp>
      <p:sp>
        <p:nvSpPr>
          <p:cNvPr id="108" name="point-3"/>
          <p:cNvSpPr>
            <a:spLocks xmlns:a="http://schemas.openxmlformats.org/drawingml/2006/main" noGrp="1"/>
          </p:cNvSpPr>
          <p:nvPr/>
        </p:nvSpPr>
        <p:spPr>
          <a:xfrm xmlns:a="http://schemas.openxmlformats.org/drawingml/2006/main">
            <a:off x="8162163" y="5001768"/>
            <a:ext cx="3414141" cy="4114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325" b="0">
                <a:solidFill>
                  <a:srgbClr val="173F36"/>
                </a:solidFill>
                <a:latin typeface="BM EULJIRO TTF"/>
                <a:ea typeface="BM EULJIRO TTF"/>
                <a:cs typeface="BM EULJIRO TTF"/>
              </a:defRPr>
            </a:defPPr>
          </a:lstStyle>
          <a:p xmlns:a="http://schemas.openxmlformats.org/drawingml/2006/main">
            <a:pPr>
              <a:defRPr sz="2325" b="0">
                <a:solidFill>
                  <a:srgbClr val="173F36"/>
                </a:solidFill>
                <a:latin typeface="BM EULJIRO TTF"/>
                <a:ea typeface="BM EULJIRO TTF"/>
                <a:cs typeface="BM EULJIRO TTF"/>
              </a:defRPr>
            </a:pPr>
            <a:r>
              <a:rPr sz="2325" b="0">
                <a:solidFill>
                  <a:srgbClr val="173F36"/>
                </a:solidFill>
                <a:latin typeface="BM EULJIRO TTF"/>
                <a:ea typeface="BM EULJIRO TTF"/>
                <a:cs typeface="BM EULJIRO TTF"/>
              </a:rPr>
              <a:t>지금 나오는 음악</a:t>
            </a:r>
          </a:p>
        </p:txBody>
      </p:sp>
      <p:sp>
        <p:nvSpPr>
          <p:cNvPr id="109" name="desc-3"/>
          <p:cNvSpPr>
            <a:spLocks xmlns:a="http://schemas.openxmlformats.org/drawingml/2006/main" noGrp="1"/>
          </p:cNvSpPr>
          <p:nvPr/>
        </p:nvSpPr>
        <p:spPr>
          <a:xfrm xmlns:a="http://schemas.openxmlformats.org/drawingml/2006/main">
            <a:off x="8162163" y="5440680"/>
            <a:ext cx="3414141" cy="7315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0">
                <a:solidFill>
                  <a:srgbClr val="30251D"/>
                </a:solidFill>
                <a:latin typeface="Noto Sans KR"/>
                <a:ea typeface="Noto Sans KR"/>
                <a:cs typeface="Noto Sans KR"/>
              </a:defRPr>
            </a:defPPr>
          </a:lstStyle>
          <a:p xmlns:a="http://schemas.openxmlformats.org/drawingml/2006/main">
            <a:pPr>
              <a:defRPr sz="2025" b="0">
                <a:solidFill>
                  <a:srgbClr val="30251D"/>
                </a:solidFill>
                <a:latin typeface="Noto Sans KR"/>
                <a:ea typeface="Noto Sans KR"/>
                <a:cs typeface="Noto Sans KR"/>
              </a:defRPr>
            </a:pPr>
            <a:r>
              <a:rPr sz="2025" b="0">
                <a:solidFill>
                  <a:srgbClr val="30251D"/>
                </a:solidFill>
                <a:latin typeface="Noto Sans KR"/>
                <a:ea typeface="Noto Sans KR"/>
                <a:cs typeface="Noto Sans KR"/>
              </a:rPr>
              <a:t>현재 곡과 사연, 다음 곡을 옆에서 확인</a:t>
            </a:r>
          </a:p>
        </p:txBody>
      </p:sp>
      <p:sp>
        <p:nvSpPr>
          <p:cNvPr id="110" name="footer"/>
          <p:cNvSpPr>
            <a:spLocks xmlns:a="http://schemas.openxmlformats.org/drawingml/2006/main" noGrp="1"/>
          </p:cNvSpPr>
          <p:nvPr/>
        </p:nvSpPr>
        <p:spPr>
          <a:xfrm xmlns:a="http://schemas.openxmlformats.org/drawingml/2006/main">
            <a:off x="612648" y="6236208"/>
            <a:ext cx="5486400" cy="3657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500" b="0">
                <a:solidFill>
                  <a:srgbClr val="725A49"/>
                </a:solidFill>
                <a:latin typeface="Noto Sans KR"/>
                <a:ea typeface="Noto Sans KR"/>
                <a:cs typeface="Noto Sans KR"/>
              </a:defRPr>
            </a:defPPr>
          </a:lstStyle>
          <a:p xmlns:a="http://schemas.openxmlformats.org/drawingml/2006/main">
            <a:pPr>
              <a:defRPr sz="1500" b="0">
                <a:solidFill>
                  <a:srgbClr val="725A49"/>
                </a:solidFill>
                <a:latin typeface="Noto Sans KR"/>
                <a:ea typeface="Noto Sans KR"/>
                <a:cs typeface="Noto Sans KR"/>
              </a:defRPr>
            </a:pPr>
            <a:r>
              <a:rPr sz="1500" b="0">
                <a:solidFill>
                  <a:srgbClr val="725A49"/>
                </a:solidFill>
                <a:latin typeface="Noto Sans KR"/>
                <a:ea typeface="Noto Sans KR"/>
                <a:cs typeface="Noto Sans KR"/>
              </a:rPr>
              <a:t>화면 예시  /musicbox</a:t>
            </a:r>
          </a:p>
        </p:txBody>
      </p:sp>
    </p:spTree>
    <p:extLst>
      <p:ext uri="{BB962C8B-B14F-4D97-AF65-F5344CB8AC3E}">
        <p14:creationId xmlns:p14="http://schemas.microsoft.com/office/powerpoint/2010/main" val="1350761952"/>
      </p:ext>
    </p:extLst>
  </p:cSld>
</p:sld>
</file>

<file path=ppt/slides/slide6.xml><?xml version="1.0" encoding="utf-8"?>
<p:sld xmlns:a="http://schemas.openxmlformats.org/drawingml/2006/main" xmlns:r="http://schemas.openxmlformats.org/officeDocument/2006/relationships" xmlns:p="http://schemas.openxmlformats.org/presentationml/2006/main">
  <p:cSld>
    <p:bg>
      <p:bgPr>
        <a:solidFill xmlns:a="http://schemas.openxmlformats.org/drawingml/2006/main">
          <a:srgbClr val="F6EBD3"/>
        </a:solidFill>
      </p:bgPr>
    </p:bg>
    <p:spTree>
      <p:nvGrpSpPr>
        <p:cNvPr id="1" name=""/>
        <p:cNvGrpSpPr/>
        <p:nvPr/>
      </p:nvGrpSpPr>
      <p:grpSpPr>
        <a:xfrm xmlns:a="http://schemas.openxmlformats.org/drawingml/2006/main"/>
      </p:grpSpPr>
      <p:pic>
        <p:nvPicPr>
          <p:cNvPr id="19" name="">
            <a:extLst xmlns:a="http://schemas.openxmlformats.org/drawingml/2006/main">
              <a:ext uri="{FF2B5EF4-FFF2-40B4-BE49-F238E27FC236}">
                <a16:creationId xmlns:a16="http://schemas.microsoft.com/office/drawing/2014/main" id="{FE134F51-3656-4EB1-BBFF-02CFB19957F0}"/>
              </a:ext>
            </a:extLst>
          </p:cNvPr>
          <p:cNvPicPr>
            <a:picLocks xmlns:a="http://schemas.openxmlformats.org/drawingml/2006/main" noChangeAspect="1"/>
          </p:cNvPicPr>
          <p:nvPr/>
        </p:nvPicPr>
        <p:blipFill>
          <a:blip xmlns:r="http://schemas.openxmlformats.org/officeDocument/2006/relationships" xmlns:a="http://schemas.openxmlformats.org/drawingml/2006/main" r:embed="R8fae9afda26b4d4a"/>
          <a:srcRect xmlns:a="http://schemas.openxmlformats.org/drawingml/2006/main" l="6000" t="10000" r="42000" b="15000"/>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text-0">
            <a:extLst xmlns:a="http://schemas.openxmlformats.org/drawingml/2006/main">
              <a:ext uri="{FF2B5EF4-FFF2-40B4-BE49-F238E27FC236}">
                <a16:creationId xmlns:a16="http://schemas.microsoft.com/office/drawing/2014/main" id="{EED5CDD4-7355-4520-93EB-DA1560B6CF53}"/>
              </a:ext>
            </a:extLst>
          </p:cNvPr>
          <p:cNvSpPr>
            <a:spLocks xmlns:a="http://schemas.openxmlformats.org/drawingml/2006/main" noGrp="1"/>
          </p:cNvSpPr>
          <p:nvPr/>
        </p:nvSpPr>
        <p:spPr>
          <a:xfrm xmlns:a="http://schemas.openxmlformats.org/drawingml/2006/main">
            <a:off x="609600" y="342900"/>
            <a:ext cx="438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275" b="1">
                <a:solidFill>
                  <a:srgbClr val="725A49"/>
                </a:solidFill>
                <a:latin typeface="Noto Sans KR"/>
                <a:ea typeface="Noto Sans KR"/>
                <a:cs typeface="Noto Sans KR"/>
              </a:defRPr>
            </a:defPPr>
          </a:lstStyle>
          <a:p xmlns:a="http://schemas.openxmlformats.org/drawingml/2006/main">
            <a:pPr>
              <a:defRPr sz="1275" b="1">
                <a:solidFill>
                  <a:srgbClr val="725A49"/>
                </a:solidFill>
                <a:latin typeface="Noto Sans KR"/>
                <a:ea typeface="Noto Sans KR"/>
                <a:cs typeface="Noto Sans KR"/>
              </a:defRPr>
            </a:pPr>
            <a:r>
              <a:rPr sz="1275" b="1">
                <a:solidFill>
                  <a:srgbClr val="725A49"/>
                </a:solidFill>
                <a:latin typeface="Noto Sans KR"/>
                <a:ea typeface="Noto Sans KR"/>
                <a:cs typeface="Noto Sans KR"/>
              </a:rPr>
              <a:t>SAM DABANG</a:t>
            </a:r>
          </a:p>
        </p:txBody>
      </p:sp>
      <p:sp>
        <p:nvSpPr>
          <p:cNvPr id="3" name="text-1">
            <a:extLst xmlns:a="http://schemas.openxmlformats.org/drawingml/2006/main">
              <a:ext uri="{FF2B5EF4-FFF2-40B4-BE49-F238E27FC236}">
                <a16:creationId xmlns:a16="http://schemas.microsoft.com/office/drawing/2014/main" id="{F00EC042-E673-4561-89FF-32C425D374AF}"/>
              </a:ext>
            </a:extLst>
          </p:cNvPr>
          <p:cNvSpPr>
            <a:spLocks xmlns:a="http://schemas.openxmlformats.org/drawingml/2006/main" noGrp="1"/>
          </p:cNvSpPr>
          <p:nvPr/>
        </p:nvSpPr>
        <p:spPr>
          <a:xfrm xmlns:a="http://schemas.openxmlformats.org/drawingml/2006/main">
            <a:off x="609600" y="800100"/>
            <a:ext cx="10382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900" b="0">
                <a:solidFill>
                  <a:srgbClr val="173F36"/>
                </a:solidFill>
                <a:latin typeface="BM EULJIRO TTF"/>
                <a:ea typeface="BM EULJIRO TTF"/>
                <a:cs typeface="BM EULJIRO TTF"/>
              </a:defRPr>
            </a:defPPr>
          </a:lstStyle>
          <a:p xmlns:a="http://schemas.openxmlformats.org/drawingml/2006/main">
            <a:pPr>
              <a:defRPr sz="3900" b="0">
                <a:solidFill>
                  <a:srgbClr val="173F36"/>
                </a:solidFill>
                <a:latin typeface="BM EULJIRO TTF"/>
                <a:ea typeface="BM EULJIRO TTF"/>
                <a:cs typeface="BM EULJIRO TTF"/>
              </a:defRPr>
            </a:pPr>
            <a:r>
              <a:rPr sz="3900" b="0">
                <a:solidFill>
                  <a:srgbClr val="173F36"/>
                </a:solidFill>
                <a:latin typeface="BM EULJIRO TTF"/>
                <a:ea typeface="BM EULJIRO TTF"/>
                <a:cs typeface="BM EULJIRO TTF"/>
              </a:rPr>
              <a:t>DJ  사연 확인과 링크 연결</a:t>
            </a:r>
          </a:p>
        </p:txBody>
      </p:sp>
      <p:sp>
        <p:nvSpPr>
          <p:cNvPr id="4" name="text-2">
            <a:extLst xmlns:a="http://schemas.openxmlformats.org/drawingml/2006/main">
              <a:ext uri="{FF2B5EF4-FFF2-40B4-BE49-F238E27FC236}">
                <a16:creationId xmlns:a16="http://schemas.microsoft.com/office/drawing/2014/main" id="{0624F9E0-0BCB-43DD-85DE-C57BCC46120F}"/>
              </a:ext>
            </a:extLst>
          </p:cNvPr>
          <p:cNvSpPr>
            <a:spLocks xmlns:a="http://schemas.openxmlformats.org/drawingml/2006/main" noGrp="1"/>
          </p:cNvSpPr>
          <p:nvPr/>
        </p:nvSpPr>
        <p:spPr>
          <a:xfrm xmlns:a="http://schemas.openxmlformats.org/drawingml/2006/main">
            <a:off x="10953750" y="361950"/>
            <a:ext cx="6191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0">
                <a:solidFill>
                  <a:srgbClr val="83372F"/>
                </a:solidFill>
                <a:latin typeface="BM EULJIRO TTF"/>
                <a:ea typeface="BM EULJIRO TTF"/>
                <a:cs typeface="BM EULJIRO TTF"/>
              </a:defRPr>
            </a:defPPr>
          </a:lstStyle>
          <a:p xmlns:a="http://schemas.openxmlformats.org/drawingml/2006/main">
            <a:pPr>
              <a:defRPr sz="2100" b="0">
                <a:solidFill>
                  <a:srgbClr val="83372F"/>
                </a:solidFill>
                <a:latin typeface="BM EULJIRO TTF"/>
                <a:ea typeface="BM EULJIRO TTF"/>
                <a:cs typeface="BM EULJIRO TTF"/>
              </a:defRPr>
            </a:pPr>
            <a:r>
              <a:rPr sz="2100" b="0">
                <a:solidFill>
                  <a:srgbClr val="83372F"/>
                </a:solidFill>
                <a:latin typeface="BM EULJIRO TTF"/>
                <a:ea typeface="BM EULJIRO TTF"/>
                <a:cs typeface="BM EULJIRO TTF"/>
              </a:rPr>
              <a:t>05</a:t>
            </a:r>
          </a:p>
        </p:txBody>
      </p:sp>
      <p:sp>
        <p:nvSpPr>
          <p:cNvPr id="5" name="text-3">
            <a:extLst xmlns:a="http://schemas.openxmlformats.org/drawingml/2006/main">
              <a:ext uri="{FF2B5EF4-FFF2-40B4-BE49-F238E27FC236}">
                <a16:creationId xmlns:a16="http://schemas.microsoft.com/office/drawing/2014/main" id="{BBD2D203-90AE-4315-97AA-6E84E1C7EA3A}"/>
              </a:ext>
            </a:extLst>
          </p:cNvPr>
          <p:cNvSpPr>
            <a:spLocks xmlns:a="http://schemas.openxmlformats.org/drawingml/2006/main" noGrp="1"/>
          </p:cNvSpPr>
          <p:nvPr/>
        </p:nvSpPr>
        <p:spPr>
          <a:xfrm xmlns:a="http://schemas.openxmlformats.org/drawingml/2006/main">
            <a:off x="628650" y="1619250"/>
            <a:ext cx="10382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0">
                <a:solidFill>
                  <a:srgbClr val="83372F"/>
                </a:solidFill>
                <a:latin typeface="Noto Sans KR"/>
                <a:ea typeface="Noto Sans KR"/>
                <a:cs typeface="Noto Sans KR"/>
              </a:defRPr>
            </a:defPPr>
          </a:lstStyle>
          <a:p xmlns:a="http://schemas.openxmlformats.org/drawingml/2006/main">
            <a:pPr>
              <a:defRPr sz="2025" b="0">
                <a:solidFill>
                  <a:srgbClr val="83372F"/>
                </a:solidFill>
                <a:latin typeface="Noto Sans KR"/>
                <a:ea typeface="Noto Sans KR"/>
                <a:cs typeface="Noto Sans KR"/>
              </a:defRPr>
            </a:pPr>
            <a:r>
              <a:rPr sz="2025" b="0">
                <a:solidFill>
                  <a:srgbClr val="83372F"/>
                </a:solidFill>
                <a:latin typeface="Noto Sans KR"/>
                <a:ea typeface="Noto Sans KR"/>
                <a:cs typeface="Noto Sans KR"/>
              </a:rPr>
              <a:t>들어온 순서대로 사연을 읽고, 곡에 맞는 영상을 찾아 붙입니다</a:t>
            </a:r>
          </a:p>
        </p:txBody>
      </p:sp>
      <p:pic>
        <p:nvPicPr>
          <p:cNvPr id="100" name="screen-1" descr="관리자 접수함에서 YouTube 링크를 넣고 미리보기한 화면"/>
          <p:cNvPicPr>
            <a:picLocks noChangeAspect="1"/>
          </p:cNvPicPr>
          <p:nvPr/>
        </p:nvPicPr>
        <p:blipFill>
          <a:blip r:embed="rIdScreen1"/>
          <a:stretch>
            <a:fillRect/>
          </a:stretch>
        </p:blipFill>
        <p:spPr>
          <a:xfrm>
            <a:off x="612648" y="2194560"/>
            <a:ext cx="7418535" cy="3886200"/>
          </a:xfrm>
          <a:prstGeom prst="rect">
            <a:avLst/>
          </a:prstGeom>
          <a:ln w="12700">
            <a:solidFill>
              <a:srgbClr val="5A4636"/>
            </a:solidFill>
          </a:ln>
          <a:effectLst>
            <a:outerShdw blurRad="152400" dist="50800" dir="5400000" algn="t" rotWithShape="0">
              <a:srgbClr val="2B1D14">
                <a:alpha val="30000"/>
              </a:srgbClr>
            </a:outerShdw>
          </a:effectLst>
        </p:spPr>
      </p:pic>
      <p:sp>
        <p:nvSpPr>
          <p:cNvPr id="101" name="num-1"/>
          <p:cNvSpPr>
            <a:spLocks xmlns:a="http://schemas.openxmlformats.org/drawingml/2006/main" noGrp="1"/>
          </p:cNvSpPr>
          <p:nvPr/>
        </p:nvSpPr>
        <p:spPr>
          <a:xfrm xmlns:a="http://schemas.openxmlformats.org/drawingml/2006/main">
            <a:off x="8488383" y="2331720"/>
            <a:ext cx="685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775" b="0">
                <a:solidFill>
                  <a:srgbClr val="83372F"/>
                </a:solidFill>
                <a:latin typeface="BM EULJIRO TTF"/>
                <a:ea typeface="BM EULJIRO TTF"/>
                <a:cs typeface="BM EULJIRO TTF"/>
              </a:defRPr>
            </a:defPPr>
          </a:lstStyle>
          <a:p xmlns:a="http://schemas.openxmlformats.org/drawingml/2006/main">
            <a:pPr>
              <a:defRPr sz="2775" b="0">
                <a:solidFill>
                  <a:srgbClr val="83372F"/>
                </a:solidFill>
                <a:latin typeface="BM EULJIRO TTF"/>
                <a:ea typeface="BM EULJIRO TTF"/>
                <a:cs typeface="BM EULJIRO TTF"/>
              </a:defRPr>
            </a:pPr>
            <a:r>
              <a:rPr sz="2775" b="0">
                <a:solidFill>
                  <a:srgbClr val="83372F"/>
                </a:solidFill>
                <a:latin typeface="BM EULJIRO TTF"/>
                <a:ea typeface="BM EULJIRO TTF"/>
                <a:cs typeface="BM EULJIRO TTF"/>
              </a:rPr>
              <a:t>01</a:t>
            </a:r>
          </a:p>
        </p:txBody>
      </p:sp>
      <p:sp>
        <p:nvSpPr>
          <p:cNvPr id="102" name="point-1"/>
          <p:cNvSpPr>
            <a:spLocks xmlns:a="http://schemas.openxmlformats.org/drawingml/2006/main" noGrp="1"/>
          </p:cNvSpPr>
          <p:nvPr/>
        </p:nvSpPr>
        <p:spPr>
          <a:xfrm xmlns:a="http://schemas.openxmlformats.org/drawingml/2006/main">
            <a:off x="9265623" y="2350008"/>
            <a:ext cx="2310681" cy="4114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325" b="0">
                <a:solidFill>
                  <a:srgbClr val="173F36"/>
                </a:solidFill>
                <a:latin typeface="BM EULJIRO TTF"/>
                <a:ea typeface="BM EULJIRO TTF"/>
                <a:cs typeface="BM EULJIRO TTF"/>
              </a:defRPr>
            </a:defPPr>
          </a:lstStyle>
          <a:p xmlns:a="http://schemas.openxmlformats.org/drawingml/2006/main">
            <a:pPr>
              <a:defRPr sz="2325" b="0">
                <a:solidFill>
                  <a:srgbClr val="173F36"/>
                </a:solidFill>
                <a:latin typeface="BM EULJIRO TTF"/>
                <a:ea typeface="BM EULJIRO TTF"/>
                <a:cs typeface="BM EULJIRO TTF"/>
              </a:defRPr>
            </a:pPr>
            <a:r>
              <a:rPr sz="2325" b="0">
                <a:solidFill>
                  <a:srgbClr val="173F36"/>
                </a:solidFill>
                <a:latin typeface="BM EULJIRO TTF"/>
                <a:ea typeface="BM EULJIRO TTF"/>
                <a:cs typeface="BM EULJIRO TTF"/>
              </a:rPr>
              <a:t>접수함</a:t>
            </a:r>
          </a:p>
        </p:txBody>
      </p:sp>
      <p:sp>
        <p:nvSpPr>
          <p:cNvPr id="103" name="desc-1"/>
          <p:cNvSpPr>
            <a:spLocks xmlns:a="http://schemas.openxmlformats.org/drawingml/2006/main" noGrp="1"/>
          </p:cNvSpPr>
          <p:nvPr/>
        </p:nvSpPr>
        <p:spPr>
          <a:xfrm xmlns:a="http://schemas.openxmlformats.org/drawingml/2006/main">
            <a:off x="9265623" y="2788920"/>
            <a:ext cx="2310681" cy="7315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0">
                <a:solidFill>
                  <a:srgbClr val="30251D"/>
                </a:solidFill>
                <a:latin typeface="Noto Sans KR"/>
                <a:ea typeface="Noto Sans KR"/>
                <a:cs typeface="Noto Sans KR"/>
              </a:defRPr>
            </a:defPPr>
          </a:lstStyle>
          <a:p xmlns:a="http://schemas.openxmlformats.org/drawingml/2006/main">
            <a:pPr>
              <a:defRPr sz="2025" b="0">
                <a:solidFill>
                  <a:srgbClr val="30251D"/>
                </a:solidFill>
                <a:latin typeface="Noto Sans KR"/>
                <a:ea typeface="Noto Sans KR"/>
                <a:cs typeface="Noto Sans KR"/>
              </a:defRPr>
            </a:pPr>
            <a:r>
              <a:rPr sz="2025" b="0">
                <a:solidFill>
                  <a:srgbClr val="30251D"/>
                </a:solidFill>
                <a:latin typeface="Noto Sans KR"/>
                <a:ea typeface="Noto Sans KR"/>
                <a:cs typeface="Noto Sans KR"/>
              </a:rPr>
              <a:t>들어온 순서대로 신청곡과 사연 확인</a:t>
            </a:r>
          </a:p>
        </p:txBody>
      </p:sp>
      <p:sp>
        <p:nvSpPr>
          <p:cNvPr id="104" name="num-2"/>
          <p:cNvSpPr>
            <a:spLocks xmlns:a="http://schemas.openxmlformats.org/drawingml/2006/main" noGrp="1"/>
          </p:cNvSpPr>
          <p:nvPr/>
        </p:nvSpPr>
        <p:spPr>
          <a:xfrm xmlns:a="http://schemas.openxmlformats.org/drawingml/2006/main">
            <a:off x="8488383" y="3657600"/>
            <a:ext cx="685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775" b="0">
                <a:solidFill>
                  <a:srgbClr val="83372F"/>
                </a:solidFill>
                <a:latin typeface="BM EULJIRO TTF"/>
                <a:ea typeface="BM EULJIRO TTF"/>
                <a:cs typeface="BM EULJIRO TTF"/>
              </a:defRPr>
            </a:defPPr>
          </a:lstStyle>
          <a:p xmlns:a="http://schemas.openxmlformats.org/drawingml/2006/main">
            <a:pPr>
              <a:defRPr sz="2775" b="0">
                <a:solidFill>
                  <a:srgbClr val="83372F"/>
                </a:solidFill>
                <a:latin typeface="BM EULJIRO TTF"/>
                <a:ea typeface="BM EULJIRO TTF"/>
                <a:cs typeface="BM EULJIRO TTF"/>
              </a:defRPr>
            </a:pPr>
            <a:r>
              <a:rPr sz="2775" b="0">
                <a:solidFill>
                  <a:srgbClr val="83372F"/>
                </a:solidFill>
                <a:latin typeface="BM EULJIRO TTF"/>
                <a:ea typeface="BM EULJIRO TTF"/>
                <a:cs typeface="BM EULJIRO TTF"/>
              </a:rPr>
              <a:t>02</a:t>
            </a:r>
          </a:p>
        </p:txBody>
      </p:sp>
      <p:sp>
        <p:nvSpPr>
          <p:cNvPr id="105" name="point-2"/>
          <p:cNvSpPr>
            <a:spLocks xmlns:a="http://schemas.openxmlformats.org/drawingml/2006/main" noGrp="1"/>
          </p:cNvSpPr>
          <p:nvPr/>
        </p:nvSpPr>
        <p:spPr>
          <a:xfrm xmlns:a="http://schemas.openxmlformats.org/drawingml/2006/main">
            <a:off x="9265623" y="3675888"/>
            <a:ext cx="2310681" cy="4114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325" b="0">
                <a:solidFill>
                  <a:srgbClr val="173F36"/>
                </a:solidFill>
                <a:latin typeface="BM EULJIRO TTF"/>
                <a:ea typeface="BM EULJIRO TTF"/>
                <a:cs typeface="BM EULJIRO TTF"/>
              </a:defRPr>
            </a:defPPr>
          </a:lstStyle>
          <a:p xmlns:a="http://schemas.openxmlformats.org/drawingml/2006/main">
            <a:pPr>
              <a:defRPr sz="2325" b="0">
                <a:solidFill>
                  <a:srgbClr val="173F36"/>
                </a:solidFill>
                <a:latin typeface="BM EULJIRO TTF"/>
                <a:ea typeface="BM EULJIRO TTF"/>
                <a:cs typeface="BM EULJIRO TTF"/>
              </a:defRPr>
            </a:pPr>
            <a:r>
              <a:rPr sz="2325" b="0">
                <a:solidFill>
                  <a:srgbClr val="173F36"/>
                </a:solidFill>
                <a:latin typeface="BM EULJIRO TTF"/>
                <a:ea typeface="BM EULJIRO TTF"/>
                <a:cs typeface="BM EULJIRO TTF"/>
              </a:rPr>
              <a:t>미리보기</a:t>
            </a:r>
          </a:p>
        </p:txBody>
      </p:sp>
      <p:sp>
        <p:nvSpPr>
          <p:cNvPr id="106" name="desc-2"/>
          <p:cNvSpPr>
            <a:spLocks xmlns:a="http://schemas.openxmlformats.org/drawingml/2006/main" noGrp="1"/>
          </p:cNvSpPr>
          <p:nvPr/>
        </p:nvSpPr>
        <p:spPr>
          <a:xfrm xmlns:a="http://schemas.openxmlformats.org/drawingml/2006/main">
            <a:off x="9265623" y="4114800"/>
            <a:ext cx="2310681" cy="7315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0">
                <a:solidFill>
                  <a:srgbClr val="30251D"/>
                </a:solidFill>
                <a:latin typeface="Noto Sans KR"/>
                <a:ea typeface="Noto Sans KR"/>
                <a:cs typeface="Noto Sans KR"/>
              </a:defRPr>
            </a:defPPr>
          </a:lstStyle>
          <a:p xmlns:a="http://schemas.openxmlformats.org/drawingml/2006/main">
            <a:pPr>
              <a:defRPr sz="2025" b="0">
                <a:solidFill>
                  <a:srgbClr val="30251D"/>
                </a:solidFill>
                <a:latin typeface="Noto Sans KR"/>
                <a:ea typeface="Noto Sans KR"/>
                <a:cs typeface="Noto Sans KR"/>
              </a:defRPr>
            </a:pPr>
            <a:r>
              <a:rPr sz="2025" b="0">
                <a:solidFill>
                  <a:srgbClr val="30251D"/>
                </a:solidFill>
                <a:latin typeface="Noto Sans KR"/>
                <a:ea typeface="Noto Sans KR"/>
                <a:cs typeface="Noto Sans KR"/>
              </a:rPr>
              <a:t>같은 곡인지, 재생되는지 확인</a:t>
            </a:r>
          </a:p>
        </p:txBody>
      </p:sp>
      <p:sp>
        <p:nvSpPr>
          <p:cNvPr id="107" name="num-3"/>
          <p:cNvSpPr>
            <a:spLocks xmlns:a="http://schemas.openxmlformats.org/drawingml/2006/main" noGrp="1"/>
          </p:cNvSpPr>
          <p:nvPr/>
        </p:nvSpPr>
        <p:spPr>
          <a:xfrm xmlns:a="http://schemas.openxmlformats.org/drawingml/2006/main">
            <a:off x="8488383" y="4983480"/>
            <a:ext cx="685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775" b="0">
                <a:solidFill>
                  <a:srgbClr val="83372F"/>
                </a:solidFill>
                <a:latin typeface="BM EULJIRO TTF"/>
                <a:ea typeface="BM EULJIRO TTF"/>
                <a:cs typeface="BM EULJIRO TTF"/>
              </a:defRPr>
            </a:defPPr>
          </a:lstStyle>
          <a:p xmlns:a="http://schemas.openxmlformats.org/drawingml/2006/main">
            <a:pPr>
              <a:defRPr sz="2775" b="0">
                <a:solidFill>
                  <a:srgbClr val="83372F"/>
                </a:solidFill>
                <a:latin typeface="BM EULJIRO TTF"/>
                <a:ea typeface="BM EULJIRO TTF"/>
                <a:cs typeface="BM EULJIRO TTF"/>
              </a:defRPr>
            </a:pPr>
            <a:r>
              <a:rPr sz="2775" b="0">
                <a:solidFill>
                  <a:srgbClr val="83372F"/>
                </a:solidFill>
                <a:latin typeface="BM EULJIRO TTF"/>
                <a:ea typeface="BM EULJIRO TTF"/>
                <a:cs typeface="BM EULJIRO TTF"/>
              </a:rPr>
              <a:t>03</a:t>
            </a:r>
          </a:p>
        </p:txBody>
      </p:sp>
      <p:sp>
        <p:nvSpPr>
          <p:cNvPr id="108" name="point-3"/>
          <p:cNvSpPr>
            <a:spLocks xmlns:a="http://schemas.openxmlformats.org/drawingml/2006/main" noGrp="1"/>
          </p:cNvSpPr>
          <p:nvPr/>
        </p:nvSpPr>
        <p:spPr>
          <a:xfrm xmlns:a="http://schemas.openxmlformats.org/drawingml/2006/main">
            <a:off x="9265623" y="5001768"/>
            <a:ext cx="2310681" cy="4114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325" b="0">
                <a:solidFill>
                  <a:srgbClr val="173F36"/>
                </a:solidFill>
                <a:latin typeface="BM EULJIRO TTF"/>
                <a:ea typeface="BM EULJIRO TTF"/>
                <a:cs typeface="BM EULJIRO TTF"/>
              </a:defRPr>
            </a:defPPr>
          </a:lstStyle>
          <a:p xmlns:a="http://schemas.openxmlformats.org/drawingml/2006/main">
            <a:pPr>
              <a:defRPr sz="2325" b="0">
                <a:solidFill>
                  <a:srgbClr val="173F36"/>
                </a:solidFill>
                <a:latin typeface="BM EULJIRO TTF"/>
                <a:ea typeface="BM EULJIRO TTF"/>
                <a:cs typeface="BM EULJIRO TTF"/>
              </a:defRPr>
            </a:pPr>
            <a:r>
              <a:rPr sz="2325" b="0">
                <a:solidFill>
                  <a:srgbClr val="173F36"/>
                </a:solidFill>
                <a:latin typeface="BM EULJIRO TTF"/>
                <a:ea typeface="BM EULJIRO TTF"/>
                <a:cs typeface="BM EULJIRO TTF"/>
              </a:rPr>
              <a:t>담기 · 취소</a:t>
            </a:r>
          </a:p>
        </p:txBody>
      </p:sp>
      <p:sp>
        <p:nvSpPr>
          <p:cNvPr id="109" name="desc-3"/>
          <p:cNvSpPr>
            <a:spLocks xmlns:a="http://schemas.openxmlformats.org/drawingml/2006/main" noGrp="1"/>
          </p:cNvSpPr>
          <p:nvPr/>
        </p:nvSpPr>
        <p:spPr>
          <a:xfrm xmlns:a="http://schemas.openxmlformats.org/drawingml/2006/main">
            <a:off x="9265623" y="5440680"/>
            <a:ext cx="2310681" cy="7315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0">
                <a:solidFill>
                  <a:srgbClr val="30251D"/>
                </a:solidFill>
                <a:latin typeface="Noto Sans KR"/>
                <a:ea typeface="Noto Sans KR"/>
                <a:cs typeface="Noto Sans KR"/>
              </a:defRPr>
            </a:defPPr>
          </a:lstStyle>
          <a:p xmlns:a="http://schemas.openxmlformats.org/drawingml/2006/main">
            <a:pPr>
              <a:defRPr sz="2025" b="0">
                <a:solidFill>
                  <a:srgbClr val="30251D"/>
                </a:solidFill>
                <a:latin typeface="Noto Sans KR"/>
                <a:ea typeface="Noto Sans KR"/>
                <a:cs typeface="Noto Sans KR"/>
              </a:defRPr>
            </a:pPr>
            <a:r>
              <a:rPr sz="2025" b="0">
                <a:solidFill>
                  <a:srgbClr val="30251D"/>
                </a:solidFill>
                <a:latin typeface="Noto Sans KR"/>
                <a:ea typeface="Noto Sans KR"/>
                <a:cs typeface="Noto Sans KR"/>
              </a:rPr>
              <a:t>플레이리스트 맨 끝에 추가하거나 신청 취소</a:t>
            </a:r>
          </a:p>
        </p:txBody>
      </p:sp>
      <p:sp>
        <p:nvSpPr>
          <p:cNvPr id="110" name="footer"/>
          <p:cNvSpPr>
            <a:spLocks xmlns:a="http://schemas.openxmlformats.org/drawingml/2006/main" noGrp="1"/>
          </p:cNvSpPr>
          <p:nvPr/>
        </p:nvSpPr>
        <p:spPr>
          <a:xfrm xmlns:a="http://schemas.openxmlformats.org/drawingml/2006/main">
            <a:off x="612648" y="6236208"/>
            <a:ext cx="5486400" cy="3657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500" b="0">
                <a:solidFill>
                  <a:srgbClr val="725A49"/>
                </a:solidFill>
                <a:latin typeface="Noto Sans KR"/>
                <a:ea typeface="Noto Sans KR"/>
                <a:cs typeface="Noto Sans KR"/>
              </a:defRPr>
            </a:defPPr>
          </a:lstStyle>
          <a:p xmlns:a="http://schemas.openxmlformats.org/drawingml/2006/main">
            <a:pPr>
              <a:defRPr sz="1500" b="0">
                <a:solidFill>
                  <a:srgbClr val="725A49"/>
                </a:solidFill>
                <a:latin typeface="Noto Sans KR"/>
                <a:ea typeface="Noto Sans KR"/>
                <a:cs typeface="Noto Sans KR"/>
              </a:defRPr>
            </a:pPr>
            <a:r>
              <a:rPr sz="1500" b="0">
                <a:solidFill>
                  <a:srgbClr val="725A49"/>
                </a:solidFill>
                <a:latin typeface="Noto Sans KR"/>
                <a:ea typeface="Noto Sans KR"/>
                <a:cs typeface="Noto Sans KR"/>
              </a:rPr>
              <a:t>화면 예시  /admin/songs</a:t>
            </a:r>
          </a:p>
        </p:txBody>
      </p:sp>
    </p:spTree>
    <p:extLst>
      <p:ext uri="{BB962C8B-B14F-4D97-AF65-F5344CB8AC3E}">
        <p14:creationId xmlns:p14="http://schemas.microsoft.com/office/powerpoint/2010/main" val="1350761952"/>
      </p:ext>
    </p:extLst>
  </p:cSld>
</p:sld>
</file>

<file path=ppt/slides/slide7.xml><?xml version="1.0" encoding="utf-8"?>
<p:sld xmlns:a="http://schemas.openxmlformats.org/drawingml/2006/main" xmlns:r="http://schemas.openxmlformats.org/officeDocument/2006/relationships" xmlns:p="http://schemas.openxmlformats.org/presentationml/2006/main">
  <p:cSld>
    <p:bg>
      <p:bgPr>
        <a:solidFill xmlns:a="http://schemas.openxmlformats.org/drawingml/2006/main">
          <a:srgbClr val="F6EBD3"/>
        </a:solidFill>
      </p:bgPr>
    </p:bg>
    <p:spTree>
      <p:nvGrpSpPr>
        <p:cNvPr id="1" name=""/>
        <p:cNvGrpSpPr/>
        <p:nvPr/>
      </p:nvGrpSpPr>
      <p:grpSpPr>
        <a:xfrm xmlns:a="http://schemas.openxmlformats.org/drawingml/2006/main"/>
      </p:grpSpPr>
      <p:pic>
        <p:nvPicPr>
          <p:cNvPr id="19" name="">
            <a:extLst xmlns:a="http://schemas.openxmlformats.org/drawingml/2006/main">
              <a:ext uri="{FF2B5EF4-FFF2-40B4-BE49-F238E27FC236}">
                <a16:creationId xmlns:a16="http://schemas.microsoft.com/office/drawing/2014/main" id="{FE134F51-3656-4EB1-BBFF-02CFB19957F0}"/>
              </a:ext>
            </a:extLst>
          </p:cNvPr>
          <p:cNvPicPr>
            <a:picLocks xmlns:a="http://schemas.openxmlformats.org/drawingml/2006/main" noChangeAspect="1"/>
          </p:cNvPicPr>
          <p:nvPr/>
        </p:nvPicPr>
        <p:blipFill>
          <a:blip xmlns:r="http://schemas.openxmlformats.org/officeDocument/2006/relationships" xmlns:a="http://schemas.openxmlformats.org/drawingml/2006/main" r:embed="R8fae9afda26b4d4a"/>
          <a:srcRect xmlns:a="http://schemas.openxmlformats.org/drawingml/2006/main" l="6000" t="10000" r="42000" b="15000"/>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text-0">
            <a:extLst xmlns:a="http://schemas.openxmlformats.org/drawingml/2006/main">
              <a:ext uri="{FF2B5EF4-FFF2-40B4-BE49-F238E27FC236}">
                <a16:creationId xmlns:a16="http://schemas.microsoft.com/office/drawing/2014/main" id="{EED5CDD4-7355-4520-93EB-DA1560B6CF53}"/>
              </a:ext>
            </a:extLst>
          </p:cNvPr>
          <p:cNvSpPr>
            <a:spLocks xmlns:a="http://schemas.openxmlformats.org/drawingml/2006/main" noGrp="1"/>
          </p:cNvSpPr>
          <p:nvPr/>
        </p:nvSpPr>
        <p:spPr>
          <a:xfrm xmlns:a="http://schemas.openxmlformats.org/drawingml/2006/main">
            <a:off x="609600" y="342900"/>
            <a:ext cx="438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275" b="1">
                <a:solidFill>
                  <a:srgbClr val="725A49"/>
                </a:solidFill>
                <a:latin typeface="Noto Sans KR"/>
                <a:ea typeface="Noto Sans KR"/>
                <a:cs typeface="Noto Sans KR"/>
              </a:defRPr>
            </a:defPPr>
          </a:lstStyle>
          <a:p xmlns:a="http://schemas.openxmlformats.org/drawingml/2006/main">
            <a:pPr>
              <a:defRPr sz="1275" b="1">
                <a:solidFill>
                  <a:srgbClr val="725A49"/>
                </a:solidFill>
                <a:latin typeface="Noto Sans KR"/>
                <a:ea typeface="Noto Sans KR"/>
                <a:cs typeface="Noto Sans KR"/>
              </a:defRPr>
            </a:pPr>
            <a:r>
              <a:rPr sz="1275" b="1">
                <a:solidFill>
                  <a:srgbClr val="725A49"/>
                </a:solidFill>
                <a:latin typeface="Noto Sans KR"/>
                <a:ea typeface="Noto Sans KR"/>
                <a:cs typeface="Noto Sans KR"/>
              </a:rPr>
              <a:t>SAM DABANG</a:t>
            </a:r>
          </a:p>
        </p:txBody>
      </p:sp>
      <p:sp>
        <p:nvSpPr>
          <p:cNvPr id="3" name="text-1">
            <a:extLst xmlns:a="http://schemas.openxmlformats.org/drawingml/2006/main">
              <a:ext uri="{FF2B5EF4-FFF2-40B4-BE49-F238E27FC236}">
                <a16:creationId xmlns:a16="http://schemas.microsoft.com/office/drawing/2014/main" id="{F00EC042-E673-4561-89FF-32C425D374AF}"/>
              </a:ext>
            </a:extLst>
          </p:cNvPr>
          <p:cNvSpPr>
            <a:spLocks xmlns:a="http://schemas.openxmlformats.org/drawingml/2006/main" noGrp="1"/>
          </p:cNvSpPr>
          <p:nvPr/>
        </p:nvSpPr>
        <p:spPr>
          <a:xfrm xmlns:a="http://schemas.openxmlformats.org/drawingml/2006/main">
            <a:off x="609600" y="800100"/>
            <a:ext cx="10382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900" b="0">
                <a:solidFill>
                  <a:srgbClr val="173F36"/>
                </a:solidFill>
                <a:latin typeface="BM EULJIRO TTF"/>
                <a:ea typeface="BM EULJIRO TTF"/>
                <a:cs typeface="BM EULJIRO TTF"/>
              </a:defRPr>
            </a:defPPr>
          </a:lstStyle>
          <a:p xmlns:a="http://schemas.openxmlformats.org/drawingml/2006/main">
            <a:pPr>
              <a:defRPr sz="3900" b="0">
                <a:solidFill>
                  <a:srgbClr val="173F36"/>
                </a:solidFill>
                <a:latin typeface="BM EULJIRO TTF"/>
                <a:ea typeface="BM EULJIRO TTF"/>
                <a:cs typeface="BM EULJIRO TTF"/>
              </a:defRPr>
            </a:pPr>
            <a:r>
              <a:rPr sz="3900" b="0">
                <a:solidFill>
                  <a:srgbClr val="173F36"/>
                </a:solidFill>
                <a:latin typeface="BM EULJIRO TTF"/>
                <a:ea typeface="BM EULJIRO TTF"/>
                <a:cs typeface="BM EULJIRO TTF"/>
              </a:rPr>
              <a:t>DJ  선곡과 플레이리스트</a:t>
            </a:r>
          </a:p>
        </p:txBody>
      </p:sp>
      <p:sp>
        <p:nvSpPr>
          <p:cNvPr id="4" name="text-2">
            <a:extLst xmlns:a="http://schemas.openxmlformats.org/drawingml/2006/main">
              <a:ext uri="{FF2B5EF4-FFF2-40B4-BE49-F238E27FC236}">
                <a16:creationId xmlns:a16="http://schemas.microsoft.com/office/drawing/2014/main" id="{0624F9E0-0BCB-43DD-85DE-C57BCC46120F}"/>
              </a:ext>
            </a:extLst>
          </p:cNvPr>
          <p:cNvSpPr>
            <a:spLocks xmlns:a="http://schemas.openxmlformats.org/drawingml/2006/main" noGrp="1"/>
          </p:cNvSpPr>
          <p:nvPr/>
        </p:nvSpPr>
        <p:spPr>
          <a:xfrm xmlns:a="http://schemas.openxmlformats.org/drawingml/2006/main">
            <a:off x="10953750" y="361950"/>
            <a:ext cx="6191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0">
                <a:solidFill>
                  <a:srgbClr val="83372F"/>
                </a:solidFill>
                <a:latin typeface="BM EULJIRO TTF"/>
                <a:ea typeface="BM EULJIRO TTF"/>
                <a:cs typeface="BM EULJIRO TTF"/>
              </a:defRPr>
            </a:defPPr>
          </a:lstStyle>
          <a:p xmlns:a="http://schemas.openxmlformats.org/drawingml/2006/main">
            <a:pPr>
              <a:defRPr sz="2100" b="0">
                <a:solidFill>
                  <a:srgbClr val="83372F"/>
                </a:solidFill>
                <a:latin typeface="BM EULJIRO TTF"/>
                <a:ea typeface="BM EULJIRO TTF"/>
                <a:cs typeface="BM EULJIRO TTF"/>
              </a:defRPr>
            </a:pPr>
            <a:r>
              <a:rPr sz="2100" b="0">
                <a:solidFill>
                  <a:srgbClr val="83372F"/>
                </a:solidFill>
                <a:latin typeface="BM EULJIRO TTF"/>
                <a:ea typeface="BM EULJIRO TTF"/>
                <a:cs typeface="BM EULJIRO TTF"/>
              </a:rPr>
              <a:t>06</a:t>
            </a:r>
          </a:p>
        </p:txBody>
      </p:sp>
      <p:sp>
        <p:nvSpPr>
          <p:cNvPr id="5" name="text-3">
            <a:extLst xmlns:a="http://schemas.openxmlformats.org/drawingml/2006/main">
              <a:ext uri="{FF2B5EF4-FFF2-40B4-BE49-F238E27FC236}">
                <a16:creationId xmlns:a16="http://schemas.microsoft.com/office/drawing/2014/main" id="{BBD2D203-90AE-4315-97AA-6E84E1C7EA3A}"/>
              </a:ext>
            </a:extLst>
          </p:cNvPr>
          <p:cNvSpPr>
            <a:spLocks xmlns:a="http://schemas.openxmlformats.org/drawingml/2006/main" noGrp="1"/>
          </p:cNvSpPr>
          <p:nvPr/>
        </p:nvSpPr>
        <p:spPr>
          <a:xfrm xmlns:a="http://schemas.openxmlformats.org/drawingml/2006/main">
            <a:off x="628650" y="1619250"/>
            <a:ext cx="10382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0">
                <a:solidFill>
                  <a:srgbClr val="83372F"/>
                </a:solidFill>
                <a:latin typeface="Noto Sans KR"/>
                <a:ea typeface="Noto Sans KR"/>
                <a:cs typeface="Noto Sans KR"/>
              </a:defRPr>
            </a:defPPr>
          </a:lstStyle>
          <a:p xmlns:a="http://schemas.openxmlformats.org/drawingml/2006/main">
            <a:pPr>
              <a:defRPr sz="2025" b="0">
                <a:solidFill>
                  <a:srgbClr val="83372F"/>
                </a:solidFill>
                <a:latin typeface="Noto Sans KR"/>
                <a:ea typeface="Noto Sans KR"/>
                <a:cs typeface="Noto Sans KR"/>
              </a:defRPr>
            </a:pPr>
            <a:r>
              <a:rPr sz="2025" b="0">
                <a:solidFill>
                  <a:srgbClr val="83372F"/>
                </a:solidFill>
                <a:latin typeface="Noto Sans KR"/>
                <a:ea typeface="Noto Sans KR"/>
                <a:cs typeface="Noto Sans KR"/>
              </a:rPr>
              <a:t>플레이리스트 순서대로 틀고, 다 들으면 다음 곡으로 넘깁니다</a:t>
            </a:r>
          </a:p>
        </p:txBody>
      </p:sp>
      <p:pic>
        <p:nvPicPr>
          <p:cNvPr id="100" name="screen-1" descr="관리자 현재 선곡과 플레이리스트 화면"/>
          <p:cNvPicPr>
            <a:picLocks noChangeAspect="1"/>
          </p:cNvPicPr>
          <p:nvPr/>
        </p:nvPicPr>
        <p:blipFill>
          <a:blip r:embed="rIdScreen1"/>
          <a:stretch>
            <a:fillRect/>
          </a:stretch>
        </p:blipFill>
        <p:spPr>
          <a:xfrm>
            <a:off x="612648" y="2194560"/>
            <a:ext cx="6759109" cy="3886200"/>
          </a:xfrm>
          <a:prstGeom prst="rect">
            <a:avLst/>
          </a:prstGeom>
          <a:ln w="12700">
            <a:solidFill>
              <a:srgbClr val="5A4636"/>
            </a:solidFill>
          </a:ln>
          <a:effectLst>
            <a:outerShdw blurRad="152400" dist="50800" dir="5400000" algn="t" rotWithShape="0">
              <a:srgbClr val="2B1D14">
                <a:alpha val="30000"/>
              </a:srgbClr>
            </a:outerShdw>
          </a:effectLst>
        </p:spPr>
      </p:pic>
      <p:sp>
        <p:nvSpPr>
          <p:cNvPr id="101" name="num-1"/>
          <p:cNvSpPr>
            <a:spLocks xmlns:a="http://schemas.openxmlformats.org/drawingml/2006/main" noGrp="1"/>
          </p:cNvSpPr>
          <p:nvPr/>
        </p:nvSpPr>
        <p:spPr>
          <a:xfrm xmlns:a="http://schemas.openxmlformats.org/drawingml/2006/main">
            <a:off x="7828957" y="2331720"/>
            <a:ext cx="685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775" b="0">
                <a:solidFill>
                  <a:srgbClr val="83372F"/>
                </a:solidFill>
                <a:latin typeface="BM EULJIRO TTF"/>
                <a:ea typeface="BM EULJIRO TTF"/>
                <a:cs typeface="BM EULJIRO TTF"/>
              </a:defRPr>
            </a:defPPr>
          </a:lstStyle>
          <a:p xmlns:a="http://schemas.openxmlformats.org/drawingml/2006/main">
            <a:pPr>
              <a:defRPr sz="2775" b="0">
                <a:solidFill>
                  <a:srgbClr val="83372F"/>
                </a:solidFill>
                <a:latin typeface="BM EULJIRO TTF"/>
                <a:ea typeface="BM EULJIRO TTF"/>
                <a:cs typeface="BM EULJIRO TTF"/>
              </a:defRPr>
            </a:pPr>
            <a:r>
              <a:rPr sz="2775" b="0">
                <a:solidFill>
                  <a:srgbClr val="83372F"/>
                </a:solidFill>
                <a:latin typeface="BM EULJIRO TTF"/>
                <a:ea typeface="BM EULJIRO TTF"/>
                <a:cs typeface="BM EULJIRO TTF"/>
              </a:rPr>
              <a:t>01</a:t>
            </a:r>
          </a:p>
        </p:txBody>
      </p:sp>
      <p:sp>
        <p:nvSpPr>
          <p:cNvPr id="102" name="point-1"/>
          <p:cNvSpPr>
            <a:spLocks xmlns:a="http://schemas.openxmlformats.org/drawingml/2006/main" noGrp="1"/>
          </p:cNvSpPr>
          <p:nvPr/>
        </p:nvSpPr>
        <p:spPr>
          <a:xfrm xmlns:a="http://schemas.openxmlformats.org/drawingml/2006/main">
            <a:off x="8606197" y="2350008"/>
            <a:ext cx="2970107" cy="4114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325" b="0">
                <a:solidFill>
                  <a:srgbClr val="173F36"/>
                </a:solidFill>
                <a:latin typeface="BM EULJIRO TTF"/>
                <a:ea typeface="BM EULJIRO TTF"/>
                <a:cs typeface="BM EULJIRO TTF"/>
              </a:defRPr>
            </a:defPPr>
          </a:lstStyle>
          <a:p xmlns:a="http://schemas.openxmlformats.org/drawingml/2006/main">
            <a:pPr>
              <a:defRPr sz="2325" b="0">
                <a:solidFill>
                  <a:srgbClr val="173F36"/>
                </a:solidFill>
                <a:latin typeface="BM EULJIRO TTF"/>
                <a:ea typeface="BM EULJIRO TTF"/>
                <a:cs typeface="BM EULJIRO TTF"/>
              </a:defRPr>
            </a:pPr>
            <a:r>
              <a:rPr sz="2325" b="0">
                <a:solidFill>
                  <a:srgbClr val="173F36"/>
                </a:solidFill>
                <a:latin typeface="BM EULJIRO TTF"/>
                <a:ea typeface="BM EULJIRO TTF"/>
                <a:cs typeface="BM EULJIRO TTF"/>
              </a:rPr>
              <a:t>현재 선곡</a:t>
            </a:r>
          </a:p>
        </p:txBody>
      </p:sp>
      <p:sp>
        <p:nvSpPr>
          <p:cNvPr id="103" name="desc-1"/>
          <p:cNvSpPr>
            <a:spLocks xmlns:a="http://schemas.openxmlformats.org/drawingml/2006/main" noGrp="1"/>
          </p:cNvSpPr>
          <p:nvPr/>
        </p:nvSpPr>
        <p:spPr>
          <a:xfrm xmlns:a="http://schemas.openxmlformats.org/drawingml/2006/main">
            <a:off x="8606197" y="2788920"/>
            <a:ext cx="2970107" cy="7315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0">
                <a:solidFill>
                  <a:srgbClr val="30251D"/>
                </a:solidFill>
                <a:latin typeface="Noto Sans KR"/>
                <a:ea typeface="Noto Sans KR"/>
                <a:cs typeface="Noto Sans KR"/>
              </a:defRPr>
            </a:defPPr>
          </a:lstStyle>
          <a:p xmlns:a="http://schemas.openxmlformats.org/drawingml/2006/main">
            <a:pPr>
              <a:defRPr sz="2025" b="0">
                <a:solidFill>
                  <a:srgbClr val="30251D"/>
                </a:solidFill>
                <a:latin typeface="Noto Sans KR"/>
                <a:ea typeface="Noto Sans KR"/>
                <a:cs typeface="Noto Sans KR"/>
              </a:defRPr>
            </a:pPr>
            <a:r>
              <a:rPr sz="2025" b="0">
                <a:solidFill>
                  <a:srgbClr val="30251D"/>
                </a:solidFill>
                <a:latin typeface="Noto Sans KR"/>
                <a:ea typeface="Noto Sans KR"/>
                <a:cs typeface="Noto Sans KR"/>
              </a:rPr>
              <a:t>손님 화면에 나오는 곡과 사연을 확인</a:t>
            </a:r>
          </a:p>
        </p:txBody>
      </p:sp>
      <p:sp>
        <p:nvSpPr>
          <p:cNvPr id="104" name="num-2"/>
          <p:cNvSpPr>
            <a:spLocks xmlns:a="http://schemas.openxmlformats.org/drawingml/2006/main" noGrp="1"/>
          </p:cNvSpPr>
          <p:nvPr/>
        </p:nvSpPr>
        <p:spPr>
          <a:xfrm xmlns:a="http://schemas.openxmlformats.org/drawingml/2006/main">
            <a:off x="7828957" y="3657600"/>
            <a:ext cx="685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775" b="0">
                <a:solidFill>
                  <a:srgbClr val="83372F"/>
                </a:solidFill>
                <a:latin typeface="BM EULJIRO TTF"/>
                <a:ea typeface="BM EULJIRO TTF"/>
                <a:cs typeface="BM EULJIRO TTF"/>
              </a:defRPr>
            </a:defPPr>
          </a:lstStyle>
          <a:p xmlns:a="http://schemas.openxmlformats.org/drawingml/2006/main">
            <a:pPr>
              <a:defRPr sz="2775" b="0">
                <a:solidFill>
                  <a:srgbClr val="83372F"/>
                </a:solidFill>
                <a:latin typeface="BM EULJIRO TTF"/>
                <a:ea typeface="BM EULJIRO TTF"/>
                <a:cs typeface="BM EULJIRO TTF"/>
              </a:defRPr>
            </a:pPr>
            <a:r>
              <a:rPr sz="2775" b="0">
                <a:solidFill>
                  <a:srgbClr val="83372F"/>
                </a:solidFill>
                <a:latin typeface="BM EULJIRO TTF"/>
                <a:ea typeface="BM EULJIRO TTF"/>
                <a:cs typeface="BM EULJIRO TTF"/>
              </a:rPr>
              <a:t>02</a:t>
            </a:r>
          </a:p>
        </p:txBody>
      </p:sp>
      <p:sp>
        <p:nvSpPr>
          <p:cNvPr id="105" name="point-2"/>
          <p:cNvSpPr>
            <a:spLocks xmlns:a="http://schemas.openxmlformats.org/drawingml/2006/main" noGrp="1"/>
          </p:cNvSpPr>
          <p:nvPr/>
        </p:nvSpPr>
        <p:spPr>
          <a:xfrm xmlns:a="http://schemas.openxmlformats.org/drawingml/2006/main">
            <a:off x="8606197" y="3675888"/>
            <a:ext cx="2970107" cy="4114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325" b="0">
                <a:solidFill>
                  <a:srgbClr val="173F36"/>
                </a:solidFill>
                <a:latin typeface="BM EULJIRO TTF"/>
                <a:ea typeface="BM EULJIRO TTF"/>
                <a:cs typeface="BM EULJIRO TTF"/>
              </a:defRPr>
            </a:defPPr>
          </a:lstStyle>
          <a:p xmlns:a="http://schemas.openxmlformats.org/drawingml/2006/main">
            <a:pPr>
              <a:defRPr sz="2325" b="0">
                <a:solidFill>
                  <a:srgbClr val="173F36"/>
                </a:solidFill>
                <a:latin typeface="BM EULJIRO TTF"/>
                <a:ea typeface="BM EULJIRO TTF"/>
                <a:cs typeface="BM EULJIRO TTF"/>
              </a:defRPr>
            </a:pPr>
            <a:r>
              <a:rPr sz="2325" b="0">
                <a:solidFill>
                  <a:srgbClr val="173F36"/>
                </a:solidFill>
                <a:latin typeface="BM EULJIRO TTF"/>
                <a:ea typeface="BM EULJIRO TTF"/>
                <a:cs typeface="BM EULJIRO TTF"/>
              </a:rPr>
              <a:t>재생 완료</a:t>
            </a:r>
          </a:p>
        </p:txBody>
      </p:sp>
      <p:sp>
        <p:nvSpPr>
          <p:cNvPr id="106" name="desc-2"/>
          <p:cNvSpPr>
            <a:spLocks xmlns:a="http://schemas.openxmlformats.org/drawingml/2006/main" noGrp="1"/>
          </p:cNvSpPr>
          <p:nvPr/>
        </p:nvSpPr>
        <p:spPr>
          <a:xfrm xmlns:a="http://schemas.openxmlformats.org/drawingml/2006/main">
            <a:off x="8606197" y="4114800"/>
            <a:ext cx="2970107" cy="7315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0">
                <a:solidFill>
                  <a:srgbClr val="30251D"/>
                </a:solidFill>
                <a:latin typeface="Noto Sans KR"/>
                <a:ea typeface="Noto Sans KR"/>
                <a:cs typeface="Noto Sans KR"/>
              </a:defRPr>
            </a:defPPr>
          </a:lstStyle>
          <a:p xmlns:a="http://schemas.openxmlformats.org/drawingml/2006/main">
            <a:pPr>
              <a:defRPr sz="2025" b="0">
                <a:solidFill>
                  <a:srgbClr val="30251D"/>
                </a:solidFill>
                <a:latin typeface="Noto Sans KR"/>
                <a:ea typeface="Noto Sans KR"/>
                <a:cs typeface="Noto Sans KR"/>
              </a:defRPr>
            </a:pPr>
            <a:r>
              <a:rPr sz="2025" b="0">
                <a:solidFill>
                  <a:srgbClr val="30251D"/>
                </a:solidFill>
                <a:latin typeface="Noto Sans KR"/>
                <a:ea typeface="Noto Sans KR"/>
                <a:cs typeface="Noto Sans KR"/>
              </a:rPr>
              <a:t>누르면 플레이리스트의 다음 곡이 이어서 재생</a:t>
            </a:r>
          </a:p>
        </p:txBody>
      </p:sp>
      <p:sp>
        <p:nvSpPr>
          <p:cNvPr id="107" name="num-3"/>
          <p:cNvSpPr>
            <a:spLocks xmlns:a="http://schemas.openxmlformats.org/drawingml/2006/main" noGrp="1"/>
          </p:cNvSpPr>
          <p:nvPr/>
        </p:nvSpPr>
        <p:spPr>
          <a:xfrm xmlns:a="http://schemas.openxmlformats.org/drawingml/2006/main">
            <a:off x="7828957" y="4983480"/>
            <a:ext cx="685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775" b="0">
                <a:solidFill>
                  <a:srgbClr val="83372F"/>
                </a:solidFill>
                <a:latin typeface="BM EULJIRO TTF"/>
                <a:ea typeface="BM EULJIRO TTF"/>
                <a:cs typeface="BM EULJIRO TTF"/>
              </a:defRPr>
            </a:defPPr>
          </a:lstStyle>
          <a:p xmlns:a="http://schemas.openxmlformats.org/drawingml/2006/main">
            <a:pPr>
              <a:defRPr sz="2775" b="0">
                <a:solidFill>
                  <a:srgbClr val="83372F"/>
                </a:solidFill>
                <a:latin typeface="BM EULJIRO TTF"/>
                <a:ea typeface="BM EULJIRO TTF"/>
                <a:cs typeface="BM EULJIRO TTF"/>
              </a:defRPr>
            </a:pPr>
            <a:r>
              <a:rPr sz="2775" b="0">
                <a:solidFill>
                  <a:srgbClr val="83372F"/>
                </a:solidFill>
                <a:latin typeface="BM EULJIRO TTF"/>
                <a:ea typeface="BM EULJIRO TTF"/>
                <a:cs typeface="BM EULJIRO TTF"/>
              </a:rPr>
              <a:t>03</a:t>
            </a:r>
          </a:p>
        </p:txBody>
      </p:sp>
      <p:sp>
        <p:nvSpPr>
          <p:cNvPr id="108" name="point-3"/>
          <p:cNvSpPr>
            <a:spLocks xmlns:a="http://schemas.openxmlformats.org/drawingml/2006/main" noGrp="1"/>
          </p:cNvSpPr>
          <p:nvPr/>
        </p:nvSpPr>
        <p:spPr>
          <a:xfrm xmlns:a="http://schemas.openxmlformats.org/drawingml/2006/main">
            <a:off x="8606197" y="5001768"/>
            <a:ext cx="2970107" cy="4114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325" b="0">
                <a:solidFill>
                  <a:srgbClr val="173F36"/>
                </a:solidFill>
                <a:latin typeface="BM EULJIRO TTF"/>
                <a:ea typeface="BM EULJIRO TTF"/>
                <a:cs typeface="BM EULJIRO TTF"/>
              </a:defRPr>
            </a:defPPr>
          </a:lstStyle>
          <a:p xmlns:a="http://schemas.openxmlformats.org/drawingml/2006/main">
            <a:pPr>
              <a:defRPr sz="2325" b="0">
                <a:solidFill>
                  <a:srgbClr val="173F36"/>
                </a:solidFill>
                <a:latin typeface="BM EULJIRO TTF"/>
                <a:ea typeface="BM EULJIRO TTF"/>
                <a:cs typeface="BM EULJIRO TTF"/>
              </a:defRPr>
            </a:pPr>
            <a:r>
              <a:rPr sz="2325" b="0">
                <a:solidFill>
                  <a:srgbClr val="173F36"/>
                </a:solidFill>
                <a:latin typeface="BM EULJIRO TTF"/>
                <a:ea typeface="BM EULJIRO TTF"/>
                <a:cs typeface="BM EULJIRO TTF"/>
              </a:rPr>
              <a:t>순서 · 자동 전환</a:t>
            </a:r>
          </a:p>
        </p:txBody>
      </p:sp>
      <p:sp>
        <p:nvSpPr>
          <p:cNvPr id="109" name="desc-3"/>
          <p:cNvSpPr>
            <a:spLocks xmlns:a="http://schemas.openxmlformats.org/drawingml/2006/main" noGrp="1"/>
          </p:cNvSpPr>
          <p:nvPr/>
        </p:nvSpPr>
        <p:spPr>
          <a:xfrm xmlns:a="http://schemas.openxmlformats.org/drawingml/2006/main">
            <a:off x="8606197" y="5440680"/>
            <a:ext cx="2970107" cy="7315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0">
                <a:solidFill>
                  <a:srgbClr val="30251D"/>
                </a:solidFill>
                <a:latin typeface="Noto Sans KR"/>
                <a:ea typeface="Noto Sans KR"/>
                <a:cs typeface="Noto Sans KR"/>
              </a:defRPr>
            </a:defPPr>
          </a:lstStyle>
          <a:p xmlns:a="http://schemas.openxmlformats.org/drawingml/2006/main">
            <a:pPr>
              <a:defRPr sz="2025" b="0">
                <a:solidFill>
                  <a:srgbClr val="30251D"/>
                </a:solidFill>
                <a:latin typeface="Noto Sans KR"/>
                <a:ea typeface="Noto Sans KR"/>
                <a:cs typeface="Noto Sans KR"/>
              </a:defRPr>
            </a:pPr>
            <a:r>
              <a:rPr sz="2025" b="0">
                <a:solidFill>
                  <a:srgbClr val="30251D"/>
                </a:solidFill>
                <a:latin typeface="Noto Sans KR"/>
                <a:ea typeface="Noto Sans KR"/>
                <a:cs typeface="Noto Sans KR"/>
              </a:rPr>
              <a:t>▲▼로 순서 변경, 곡이 끝나면 다음 곡 재생</a:t>
            </a:r>
          </a:p>
        </p:txBody>
      </p:sp>
      <p:sp>
        <p:nvSpPr>
          <p:cNvPr id="110" name="footer"/>
          <p:cNvSpPr>
            <a:spLocks xmlns:a="http://schemas.openxmlformats.org/drawingml/2006/main" noGrp="1"/>
          </p:cNvSpPr>
          <p:nvPr/>
        </p:nvSpPr>
        <p:spPr>
          <a:xfrm xmlns:a="http://schemas.openxmlformats.org/drawingml/2006/main">
            <a:off x="612648" y="6236208"/>
            <a:ext cx="5486400" cy="3657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500" b="0">
                <a:solidFill>
                  <a:srgbClr val="725A49"/>
                </a:solidFill>
                <a:latin typeface="Noto Sans KR"/>
                <a:ea typeface="Noto Sans KR"/>
                <a:cs typeface="Noto Sans KR"/>
              </a:defRPr>
            </a:defPPr>
          </a:lstStyle>
          <a:p xmlns:a="http://schemas.openxmlformats.org/drawingml/2006/main">
            <a:pPr>
              <a:defRPr sz="1500" b="0">
                <a:solidFill>
                  <a:srgbClr val="725A49"/>
                </a:solidFill>
                <a:latin typeface="Noto Sans KR"/>
                <a:ea typeface="Noto Sans KR"/>
                <a:cs typeface="Noto Sans KR"/>
              </a:defRPr>
            </a:pPr>
            <a:r>
              <a:rPr sz="1500" b="0">
                <a:solidFill>
                  <a:srgbClr val="725A49"/>
                </a:solidFill>
                <a:latin typeface="Noto Sans KR"/>
                <a:ea typeface="Noto Sans KR"/>
                <a:cs typeface="Noto Sans KR"/>
              </a:rPr>
              <a:t>화면 예시  /admin/songs</a:t>
            </a:r>
          </a:p>
        </p:txBody>
      </p:sp>
    </p:spTree>
    <p:extLst>
      <p:ext uri="{BB962C8B-B14F-4D97-AF65-F5344CB8AC3E}">
        <p14:creationId xmlns:p14="http://schemas.microsoft.com/office/powerpoint/2010/main" val="1350761952"/>
      </p:ext>
    </p:extLst>
  </p:cSld>
</p:sld>
</file>

<file path=ppt/slides/slide8.xml><?xml version="1.0" encoding="utf-8"?>
<p:sld xmlns:a="http://schemas.openxmlformats.org/drawingml/2006/main" xmlns:r="http://schemas.openxmlformats.org/officeDocument/2006/relationships" xmlns:p="http://schemas.openxmlformats.org/presentationml/2006/main">
  <p:cSld>
    <p:bg>
      <p:bgPr>
        <a:solidFill xmlns:a="http://schemas.openxmlformats.org/drawingml/2006/main">
          <a:srgbClr val="F6EBD3"/>
        </a:solidFill>
      </p:bgPr>
    </p:bg>
    <p:spTree>
      <p:nvGrpSpPr>
        <p:cNvPr id="1" name=""/>
        <p:cNvGrpSpPr/>
        <p:nvPr/>
      </p:nvGrpSpPr>
      <p:grpSpPr>
        <a:xfrm xmlns:a="http://schemas.openxmlformats.org/drawingml/2006/main"/>
      </p:grpSpPr>
      <p:pic>
        <p:nvPicPr>
          <p:cNvPr id="19" name="">
            <a:extLst xmlns:a="http://schemas.openxmlformats.org/drawingml/2006/main">
              <a:ext uri="{FF2B5EF4-FFF2-40B4-BE49-F238E27FC236}">
                <a16:creationId xmlns:a16="http://schemas.microsoft.com/office/drawing/2014/main" id="{FE134F51-3656-4EB1-BBFF-02CFB19957F0}"/>
              </a:ext>
            </a:extLst>
          </p:cNvPr>
          <p:cNvPicPr>
            <a:picLocks xmlns:a="http://schemas.openxmlformats.org/drawingml/2006/main" noChangeAspect="1"/>
          </p:cNvPicPr>
          <p:nvPr/>
        </p:nvPicPr>
        <p:blipFill>
          <a:blip xmlns:r="http://schemas.openxmlformats.org/officeDocument/2006/relationships" xmlns:a="http://schemas.openxmlformats.org/drawingml/2006/main" r:embed="R8fae9afda26b4d4a"/>
          <a:srcRect xmlns:a="http://schemas.openxmlformats.org/drawingml/2006/main" l="6000" t="10000" r="42000" b="15000"/>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text-0">
            <a:extLst xmlns:a="http://schemas.openxmlformats.org/drawingml/2006/main">
              <a:ext uri="{FF2B5EF4-FFF2-40B4-BE49-F238E27FC236}">
                <a16:creationId xmlns:a16="http://schemas.microsoft.com/office/drawing/2014/main" id="{EED5CDD4-7355-4520-93EB-DA1560B6CF53}"/>
              </a:ext>
            </a:extLst>
          </p:cNvPr>
          <p:cNvSpPr>
            <a:spLocks xmlns:a="http://schemas.openxmlformats.org/drawingml/2006/main" noGrp="1"/>
          </p:cNvSpPr>
          <p:nvPr/>
        </p:nvSpPr>
        <p:spPr>
          <a:xfrm xmlns:a="http://schemas.openxmlformats.org/drawingml/2006/main">
            <a:off x="609600" y="342900"/>
            <a:ext cx="438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275" b="1">
                <a:solidFill>
                  <a:srgbClr val="725A49"/>
                </a:solidFill>
                <a:latin typeface="Noto Sans KR"/>
                <a:ea typeface="Noto Sans KR"/>
                <a:cs typeface="Noto Sans KR"/>
              </a:defRPr>
            </a:defPPr>
          </a:lstStyle>
          <a:p xmlns:a="http://schemas.openxmlformats.org/drawingml/2006/main">
            <a:pPr>
              <a:defRPr sz="1275" b="1">
                <a:solidFill>
                  <a:srgbClr val="725A49"/>
                </a:solidFill>
                <a:latin typeface="Noto Sans KR"/>
                <a:ea typeface="Noto Sans KR"/>
                <a:cs typeface="Noto Sans KR"/>
              </a:defRPr>
            </a:pPr>
            <a:r>
              <a:rPr sz="1275" b="1">
                <a:solidFill>
                  <a:srgbClr val="725A49"/>
                </a:solidFill>
                <a:latin typeface="Noto Sans KR"/>
                <a:ea typeface="Noto Sans KR"/>
                <a:cs typeface="Noto Sans KR"/>
              </a:rPr>
              <a:t>SAM DABANG</a:t>
            </a:r>
          </a:p>
        </p:txBody>
      </p:sp>
      <p:sp>
        <p:nvSpPr>
          <p:cNvPr id="3" name="text-1">
            <a:extLst xmlns:a="http://schemas.openxmlformats.org/drawingml/2006/main">
              <a:ext uri="{FF2B5EF4-FFF2-40B4-BE49-F238E27FC236}">
                <a16:creationId xmlns:a16="http://schemas.microsoft.com/office/drawing/2014/main" id="{F00EC042-E673-4561-89FF-32C425D374AF}"/>
              </a:ext>
            </a:extLst>
          </p:cNvPr>
          <p:cNvSpPr>
            <a:spLocks xmlns:a="http://schemas.openxmlformats.org/drawingml/2006/main" noGrp="1"/>
          </p:cNvSpPr>
          <p:nvPr/>
        </p:nvSpPr>
        <p:spPr>
          <a:xfrm xmlns:a="http://schemas.openxmlformats.org/drawingml/2006/main">
            <a:off x="609600" y="800100"/>
            <a:ext cx="10382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900" b="0">
                <a:solidFill>
                  <a:srgbClr val="173F36"/>
                </a:solidFill>
                <a:latin typeface="BM EULJIRO TTF"/>
                <a:ea typeface="BM EULJIRO TTF"/>
                <a:cs typeface="BM EULJIRO TTF"/>
              </a:defRPr>
            </a:defPPr>
          </a:lstStyle>
          <a:p xmlns:a="http://schemas.openxmlformats.org/drawingml/2006/main">
            <a:pPr>
              <a:defRPr sz="3900" b="0">
                <a:solidFill>
                  <a:srgbClr val="173F36"/>
                </a:solidFill>
                <a:latin typeface="BM EULJIRO TTF"/>
                <a:ea typeface="BM EULJIRO TTF"/>
                <a:cs typeface="BM EULJIRO TTF"/>
              </a:defRPr>
            </a:pPr>
            <a:r>
              <a:rPr sz="3900" b="0">
                <a:solidFill>
                  <a:srgbClr val="173F36"/>
                </a:solidFill>
                <a:latin typeface="BM EULJIRO TTF"/>
                <a:ea typeface="BM EULJIRO TTF"/>
                <a:cs typeface="BM EULJIRO TTF"/>
              </a:rPr>
              <a:t>다방 화면  DJ 부스</a:t>
            </a:r>
          </a:p>
        </p:txBody>
      </p:sp>
      <p:sp>
        <p:nvSpPr>
          <p:cNvPr id="4" name="text-2">
            <a:extLst xmlns:a="http://schemas.openxmlformats.org/drawingml/2006/main">
              <a:ext uri="{FF2B5EF4-FFF2-40B4-BE49-F238E27FC236}">
                <a16:creationId xmlns:a16="http://schemas.microsoft.com/office/drawing/2014/main" id="{0624F9E0-0BCB-43DD-85DE-C57BCC46120F}"/>
              </a:ext>
            </a:extLst>
          </p:cNvPr>
          <p:cNvSpPr>
            <a:spLocks xmlns:a="http://schemas.openxmlformats.org/drawingml/2006/main" noGrp="1"/>
          </p:cNvSpPr>
          <p:nvPr/>
        </p:nvSpPr>
        <p:spPr>
          <a:xfrm xmlns:a="http://schemas.openxmlformats.org/drawingml/2006/main">
            <a:off x="10953750" y="361950"/>
            <a:ext cx="6191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0">
                <a:solidFill>
                  <a:srgbClr val="83372F"/>
                </a:solidFill>
                <a:latin typeface="BM EULJIRO TTF"/>
                <a:ea typeface="BM EULJIRO TTF"/>
                <a:cs typeface="BM EULJIRO TTF"/>
              </a:defRPr>
            </a:defPPr>
          </a:lstStyle>
          <a:p xmlns:a="http://schemas.openxmlformats.org/drawingml/2006/main">
            <a:pPr>
              <a:defRPr sz="2100" b="0">
                <a:solidFill>
                  <a:srgbClr val="83372F"/>
                </a:solidFill>
                <a:latin typeface="BM EULJIRO TTF"/>
                <a:ea typeface="BM EULJIRO TTF"/>
                <a:cs typeface="BM EULJIRO TTF"/>
              </a:defRPr>
            </a:pPr>
            <a:r>
              <a:rPr sz="2100" b="0">
                <a:solidFill>
                  <a:srgbClr val="83372F"/>
                </a:solidFill>
                <a:latin typeface="BM EULJIRO TTF"/>
                <a:ea typeface="BM EULJIRO TTF"/>
                <a:cs typeface="BM EULJIRO TTF"/>
              </a:rPr>
              <a:t>07</a:t>
            </a:r>
          </a:p>
        </p:txBody>
      </p:sp>
      <p:sp>
        <p:nvSpPr>
          <p:cNvPr id="5" name="text-3">
            <a:extLst xmlns:a="http://schemas.openxmlformats.org/drawingml/2006/main">
              <a:ext uri="{FF2B5EF4-FFF2-40B4-BE49-F238E27FC236}">
                <a16:creationId xmlns:a16="http://schemas.microsoft.com/office/drawing/2014/main" id="{BBD2D203-90AE-4315-97AA-6E84E1C7EA3A}"/>
              </a:ext>
            </a:extLst>
          </p:cNvPr>
          <p:cNvSpPr>
            <a:spLocks xmlns:a="http://schemas.openxmlformats.org/drawingml/2006/main" noGrp="1"/>
          </p:cNvSpPr>
          <p:nvPr/>
        </p:nvSpPr>
        <p:spPr>
          <a:xfrm xmlns:a="http://schemas.openxmlformats.org/drawingml/2006/main">
            <a:off x="628650" y="1619250"/>
            <a:ext cx="10382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0">
                <a:solidFill>
                  <a:srgbClr val="83372F"/>
                </a:solidFill>
                <a:latin typeface="Noto Sans KR"/>
                <a:ea typeface="Noto Sans KR"/>
                <a:cs typeface="Noto Sans KR"/>
              </a:defRPr>
            </a:defPPr>
          </a:lstStyle>
          <a:p xmlns:a="http://schemas.openxmlformats.org/drawingml/2006/main">
            <a:pPr>
              <a:defRPr sz="2025" b="0">
                <a:solidFill>
                  <a:srgbClr val="83372F"/>
                </a:solidFill>
                <a:latin typeface="Noto Sans KR"/>
                <a:ea typeface="Noto Sans KR"/>
                <a:cs typeface="Noto Sans KR"/>
              </a:defRPr>
            </a:pPr>
            <a:r>
              <a:rPr sz="2025" b="0">
                <a:solidFill>
                  <a:srgbClr val="83372F"/>
                </a:solidFill>
                <a:latin typeface="Noto Sans KR"/>
                <a:ea typeface="Noto Sans KR"/>
                <a:cs typeface="Noto Sans KR"/>
              </a:rPr>
              <a:t>메인 화면의 DJ 부스에서 지금 곡과 사연을 함께 봅니다</a:t>
            </a:r>
          </a:p>
        </p:txBody>
      </p:sp>
      <p:pic>
        <p:nvPicPr>
          <p:cNvPr id="100" name="screen-1" descr="메인 화면 DJ 부스와 다음 차례 신청곡 메모"/>
          <p:cNvPicPr>
            <a:picLocks noChangeAspect="1"/>
          </p:cNvPicPr>
          <p:nvPr/>
        </p:nvPicPr>
        <p:blipFill>
          <a:blip r:embed="rIdScreen1"/>
          <a:stretch>
            <a:fillRect/>
          </a:stretch>
        </p:blipFill>
        <p:spPr>
          <a:xfrm>
            <a:off x="6962777" y="2103120"/>
            <a:ext cx="4604383" cy="4480560"/>
          </a:xfrm>
          <a:prstGeom prst="rect">
            <a:avLst/>
          </a:prstGeom>
          <a:ln w="12700">
            <a:solidFill>
              <a:srgbClr val="5A4636"/>
            </a:solidFill>
          </a:ln>
          <a:effectLst>
            <a:outerShdw blurRad="152400" dist="50800" dir="5400000" algn="t" rotWithShape="0">
              <a:srgbClr val="2B1D14">
                <a:alpha val="30000"/>
              </a:srgbClr>
            </a:outerShdw>
          </a:effectLst>
        </p:spPr>
      </p:pic>
      <p:sp>
        <p:nvSpPr>
          <p:cNvPr id="101" name="num-1"/>
          <p:cNvSpPr>
            <a:spLocks xmlns:a="http://schemas.openxmlformats.org/drawingml/2006/main" noGrp="1"/>
          </p:cNvSpPr>
          <p:nvPr/>
        </p:nvSpPr>
        <p:spPr>
          <a:xfrm xmlns:a="http://schemas.openxmlformats.org/drawingml/2006/main">
            <a:off x="630936" y="2423160"/>
            <a:ext cx="685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775" b="0">
                <a:solidFill>
                  <a:srgbClr val="83372F"/>
                </a:solidFill>
                <a:latin typeface="BM EULJIRO TTF"/>
                <a:ea typeface="BM EULJIRO TTF"/>
                <a:cs typeface="BM EULJIRO TTF"/>
              </a:defRPr>
            </a:defPPr>
          </a:lstStyle>
          <a:p xmlns:a="http://schemas.openxmlformats.org/drawingml/2006/main">
            <a:pPr>
              <a:defRPr sz="2775" b="0">
                <a:solidFill>
                  <a:srgbClr val="83372F"/>
                </a:solidFill>
                <a:latin typeface="BM EULJIRO TTF"/>
                <a:ea typeface="BM EULJIRO TTF"/>
                <a:cs typeface="BM EULJIRO TTF"/>
              </a:defRPr>
            </a:pPr>
            <a:r>
              <a:rPr sz="2775" b="0">
                <a:solidFill>
                  <a:srgbClr val="83372F"/>
                </a:solidFill>
                <a:latin typeface="BM EULJIRO TTF"/>
                <a:ea typeface="BM EULJIRO TTF"/>
                <a:cs typeface="BM EULJIRO TTF"/>
              </a:rPr>
              <a:t>01</a:t>
            </a:r>
          </a:p>
        </p:txBody>
      </p:sp>
      <p:sp>
        <p:nvSpPr>
          <p:cNvPr id="102" name="point-1"/>
          <p:cNvSpPr>
            <a:spLocks xmlns:a="http://schemas.openxmlformats.org/drawingml/2006/main" noGrp="1"/>
          </p:cNvSpPr>
          <p:nvPr/>
        </p:nvSpPr>
        <p:spPr>
          <a:xfrm xmlns:a="http://schemas.openxmlformats.org/drawingml/2006/main">
            <a:off x="1408176" y="2441448"/>
            <a:ext cx="5074920" cy="4114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325" b="0">
                <a:solidFill>
                  <a:srgbClr val="173F36"/>
                </a:solidFill>
                <a:latin typeface="BM EULJIRO TTF"/>
                <a:ea typeface="BM EULJIRO TTF"/>
                <a:cs typeface="BM EULJIRO TTF"/>
              </a:defRPr>
            </a:defPPr>
          </a:lstStyle>
          <a:p xmlns:a="http://schemas.openxmlformats.org/drawingml/2006/main">
            <a:pPr>
              <a:defRPr sz="2325" b="0">
                <a:solidFill>
                  <a:srgbClr val="173F36"/>
                </a:solidFill>
                <a:latin typeface="BM EULJIRO TTF"/>
                <a:ea typeface="BM EULJIRO TTF"/>
                <a:cs typeface="BM EULJIRO TTF"/>
              </a:defRPr>
            </a:pPr>
            <a:r>
              <a:rPr sz="2325" b="0">
                <a:solidFill>
                  <a:srgbClr val="173F36"/>
                </a:solidFill>
                <a:latin typeface="BM EULJIRO TTF"/>
                <a:ea typeface="BM EULJIRO TTF"/>
                <a:cs typeface="BM EULJIRO TTF"/>
              </a:rPr>
              <a:t>턴테이블 플레이어</a:t>
            </a:r>
          </a:p>
        </p:txBody>
      </p:sp>
      <p:sp>
        <p:nvSpPr>
          <p:cNvPr id="103" name="desc-1"/>
          <p:cNvSpPr>
            <a:spLocks xmlns:a="http://schemas.openxmlformats.org/drawingml/2006/main" noGrp="1"/>
          </p:cNvSpPr>
          <p:nvPr/>
        </p:nvSpPr>
        <p:spPr>
          <a:xfrm xmlns:a="http://schemas.openxmlformats.org/drawingml/2006/main">
            <a:off x="1408176" y="2880360"/>
            <a:ext cx="5074920" cy="7315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0">
                <a:solidFill>
                  <a:srgbClr val="30251D"/>
                </a:solidFill>
                <a:latin typeface="Noto Sans KR"/>
                <a:ea typeface="Noto Sans KR"/>
                <a:cs typeface="Noto Sans KR"/>
              </a:defRPr>
            </a:defPPr>
          </a:lstStyle>
          <a:p xmlns:a="http://schemas.openxmlformats.org/drawingml/2006/main">
            <a:pPr>
              <a:defRPr sz="2025" b="0">
                <a:solidFill>
                  <a:srgbClr val="30251D"/>
                </a:solidFill>
                <a:latin typeface="Noto Sans KR"/>
                <a:ea typeface="Noto Sans KR"/>
                <a:cs typeface="Noto Sans KR"/>
              </a:defRPr>
            </a:pPr>
            <a:r>
              <a:rPr sz="2025" b="0">
                <a:solidFill>
                  <a:srgbClr val="30251D"/>
                </a:solidFill>
                <a:latin typeface="Noto Sans KR"/>
                <a:ea typeface="Noto Sans KR"/>
                <a:cs typeface="Noto Sans KR"/>
              </a:rPr>
              <a:t>지금 나오는 곡을 YouTube로 재생</a:t>
            </a:r>
          </a:p>
        </p:txBody>
      </p:sp>
      <p:sp>
        <p:nvSpPr>
          <p:cNvPr id="104" name="num-2"/>
          <p:cNvSpPr>
            <a:spLocks xmlns:a="http://schemas.openxmlformats.org/drawingml/2006/main" noGrp="1"/>
          </p:cNvSpPr>
          <p:nvPr/>
        </p:nvSpPr>
        <p:spPr>
          <a:xfrm xmlns:a="http://schemas.openxmlformats.org/drawingml/2006/main">
            <a:off x="630936" y="3611880"/>
            <a:ext cx="685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775" b="0">
                <a:solidFill>
                  <a:srgbClr val="83372F"/>
                </a:solidFill>
                <a:latin typeface="BM EULJIRO TTF"/>
                <a:ea typeface="BM EULJIRO TTF"/>
                <a:cs typeface="BM EULJIRO TTF"/>
              </a:defRPr>
            </a:defPPr>
          </a:lstStyle>
          <a:p xmlns:a="http://schemas.openxmlformats.org/drawingml/2006/main">
            <a:pPr>
              <a:defRPr sz="2775" b="0">
                <a:solidFill>
                  <a:srgbClr val="83372F"/>
                </a:solidFill>
                <a:latin typeface="BM EULJIRO TTF"/>
                <a:ea typeface="BM EULJIRO TTF"/>
                <a:cs typeface="BM EULJIRO TTF"/>
              </a:defRPr>
            </a:pPr>
            <a:r>
              <a:rPr sz="2775" b="0">
                <a:solidFill>
                  <a:srgbClr val="83372F"/>
                </a:solidFill>
                <a:latin typeface="BM EULJIRO TTF"/>
                <a:ea typeface="BM EULJIRO TTF"/>
                <a:cs typeface="BM EULJIRO TTF"/>
              </a:rPr>
              <a:t>02</a:t>
            </a:r>
          </a:p>
        </p:txBody>
      </p:sp>
      <p:sp>
        <p:nvSpPr>
          <p:cNvPr id="105" name="point-2"/>
          <p:cNvSpPr>
            <a:spLocks xmlns:a="http://schemas.openxmlformats.org/drawingml/2006/main" noGrp="1"/>
          </p:cNvSpPr>
          <p:nvPr/>
        </p:nvSpPr>
        <p:spPr>
          <a:xfrm xmlns:a="http://schemas.openxmlformats.org/drawingml/2006/main">
            <a:off x="1408176" y="3630168"/>
            <a:ext cx="5074920" cy="4114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325" b="0">
                <a:solidFill>
                  <a:srgbClr val="173F36"/>
                </a:solidFill>
                <a:latin typeface="BM EULJIRO TTF"/>
                <a:ea typeface="BM EULJIRO TTF"/>
                <a:cs typeface="BM EULJIRO TTF"/>
              </a:defRPr>
            </a:defPPr>
          </a:lstStyle>
          <a:p xmlns:a="http://schemas.openxmlformats.org/drawingml/2006/main">
            <a:pPr>
              <a:defRPr sz="2325" b="0">
                <a:solidFill>
                  <a:srgbClr val="173F36"/>
                </a:solidFill>
                <a:latin typeface="BM EULJIRO TTF"/>
                <a:ea typeface="BM EULJIRO TTF"/>
                <a:cs typeface="BM EULJIRO TTF"/>
              </a:defRPr>
            </a:pPr>
            <a:r>
              <a:rPr sz="2325" b="0">
                <a:solidFill>
                  <a:srgbClr val="173F36"/>
                </a:solidFill>
                <a:latin typeface="BM EULJIRO TTF"/>
                <a:ea typeface="BM EULJIRO TTF"/>
                <a:cs typeface="BM EULJIRO TTF"/>
              </a:rPr>
              <a:t>손글씨 사연</a:t>
            </a:r>
          </a:p>
        </p:txBody>
      </p:sp>
      <p:sp>
        <p:nvSpPr>
          <p:cNvPr id="106" name="desc-2"/>
          <p:cNvSpPr>
            <a:spLocks xmlns:a="http://schemas.openxmlformats.org/drawingml/2006/main" noGrp="1"/>
          </p:cNvSpPr>
          <p:nvPr/>
        </p:nvSpPr>
        <p:spPr>
          <a:xfrm xmlns:a="http://schemas.openxmlformats.org/drawingml/2006/main">
            <a:off x="1408176" y="4069080"/>
            <a:ext cx="5074920" cy="7315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0">
                <a:solidFill>
                  <a:srgbClr val="30251D"/>
                </a:solidFill>
                <a:latin typeface="Noto Sans KR"/>
                <a:ea typeface="Noto Sans KR"/>
                <a:cs typeface="Noto Sans KR"/>
              </a:defRPr>
            </a:defPPr>
          </a:lstStyle>
          <a:p xmlns:a="http://schemas.openxmlformats.org/drawingml/2006/main">
            <a:pPr>
              <a:defRPr sz="2025" b="0">
                <a:solidFill>
                  <a:srgbClr val="30251D"/>
                </a:solidFill>
                <a:latin typeface="Noto Sans KR"/>
                <a:ea typeface="Noto Sans KR"/>
                <a:cs typeface="Noto Sans KR"/>
              </a:defRPr>
            </a:pPr>
            <a:r>
              <a:rPr sz="2025" b="0">
                <a:solidFill>
                  <a:srgbClr val="30251D"/>
                </a:solidFill>
                <a:latin typeface="Noto Sans KR"/>
                <a:ea typeface="Noto Sans KR"/>
                <a:cs typeface="Noto Sans KR"/>
              </a:rPr>
              <a:t>신청자의 사연을 손글씨 메모로 표시</a:t>
            </a:r>
          </a:p>
        </p:txBody>
      </p:sp>
      <p:sp>
        <p:nvSpPr>
          <p:cNvPr id="107" name="num-3"/>
          <p:cNvSpPr>
            <a:spLocks xmlns:a="http://schemas.openxmlformats.org/drawingml/2006/main" noGrp="1"/>
          </p:cNvSpPr>
          <p:nvPr/>
        </p:nvSpPr>
        <p:spPr>
          <a:xfrm xmlns:a="http://schemas.openxmlformats.org/drawingml/2006/main">
            <a:off x="630936" y="4800600"/>
            <a:ext cx="685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775" b="0">
                <a:solidFill>
                  <a:srgbClr val="83372F"/>
                </a:solidFill>
                <a:latin typeface="BM EULJIRO TTF"/>
                <a:ea typeface="BM EULJIRO TTF"/>
                <a:cs typeface="BM EULJIRO TTF"/>
              </a:defRPr>
            </a:defPPr>
          </a:lstStyle>
          <a:p xmlns:a="http://schemas.openxmlformats.org/drawingml/2006/main">
            <a:pPr>
              <a:defRPr sz="2775" b="0">
                <a:solidFill>
                  <a:srgbClr val="83372F"/>
                </a:solidFill>
                <a:latin typeface="BM EULJIRO TTF"/>
                <a:ea typeface="BM EULJIRO TTF"/>
                <a:cs typeface="BM EULJIRO TTF"/>
              </a:defRPr>
            </a:pPr>
            <a:r>
              <a:rPr sz="2775" b="0">
                <a:solidFill>
                  <a:srgbClr val="83372F"/>
                </a:solidFill>
                <a:latin typeface="BM EULJIRO TTF"/>
                <a:ea typeface="BM EULJIRO TTF"/>
                <a:cs typeface="BM EULJIRO TTF"/>
              </a:rPr>
              <a:t>03</a:t>
            </a:r>
          </a:p>
        </p:txBody>
      </p:sp>
      <p:sp>
        <p:nvSpPr>
          <p:cNvPr id="108" name="point-3"/>
          <p:cNvSpPr>
            <a:spLocks xmlns:a="http://schemas.openxmlformats.org/drawingml/2006/main" noGrp="1"/>
          </p:cNvSpPr>
          <p:nvPr/>
        </p:nvSpPr>
        <p:spPr>
          <a:xfrm xmlns:a="http://schemas.openxmlformats.org/drawingml/2006/main">
            <a:off x="1408176" y="4818888"/>
            <a:ext cx="5074920" cy="4114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325" b="0">
                <a:solidFill>
                  <a:srgbClr val="173F36"/>
                </a:solidFill>
                <a:latin typeface="BM EULJIRO TTF"/>
                <a:ea typeface="BM EULJIRO TTF"/>
                <a:cs typeface="BM EULJIRO TTF"/>
              </a:defRPr>
            </a:defPPr>
          </a:lstStyle>
          <a:p xmlns:a="http://schemas.openxmlformats.org/drawingml/2006/main">
            <a:pPr>
              <a:defRPr sz="2325" b="0">
                <a:solidFill>
                  <a:srgbClr val="173F36"/>
                </a:solidFill>
                <a:latin typeface="BM EULJIRO TTF"/>
                <a:ea typeface="BM EULJIRO TTF"/>
                <a:cs typeface="BM EULJIRO TTF"/>
              </a:defRPr>
            </a:pPr>
            <a:r>
              <a:rPr sz="2325" b="0">
                <a:solidFill>
                  <a:srgbClr val="173F36"/>
                </a:solidFill>
                <a:latin typeface="BM EULJIRO TTF"/>
                <a:ea typeface="BM EULJIRO TTF"/>
                <a:cs typeface="BM EULJIRO TTF"/>
              </a:rPr>
              <a:t>사연 읽기</a:t>
            </a:r>
          </a:p>
        </p:txBody>
      </p:sp>
      <p:sp>
        <p:nvSpPr>
          <p:cNvPr id="109" name="desc-3"/>
          <p:cNvSpPr>
            <a:spLocks xmlns:a="http://schemas.openxmlformats.org/drawingml/2006/main" noGrp="1"/>
          </p:cNvSpPr>
          <p:nvPr/>
        </p:nvSpPr>
        <p:spPr>
          <a:xfrm xmlns:a="http://schemas.openxmlformats.org/drawingml/2006/main">
            <a:off x="1408176" y="5257800"/>
            <a:ext cx="5074920" cy="7315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0">
                <a:solidFill>
                  <a:srgbClr val="30251D"/>
                </a:solidFill>
                <a:latin typeface="Noto Sans KR"/>
                <a:ea typeface="Noto Sans KR"/>
                <a:cs typeface="Noto Sans KR"/>
              </a:defRPr>
            </a:defPPr>
          </a:lstStyle>
          <a:p xmlns:a="http://schemas.openxmlformats.org/drawingml/2006/main">
            <a:pPr>
              <a:defRPr sz="2025" b="0">
                <a:solidFill>
                  <a:srgbClr val="30251D"/>
                </a:solidFill>
                <a:latin typeface="Noto Sans KR"/>
                <a:ea typeface="Noto Sans KR"/>
                <a:cs typeface="Noto Sans KR"/>
              </a:defRPr>
            </a:pPr>
            <a:r>
              <a:rPr sz="2025" b="0">
                <a:solidFill>
                  <a:srgbClr val="30251D"/>
                </a:solidFill>
                <a:latin typeface="Noto Sans KR"/>
                <a:ea typeface="Noto Sans KR"/>
                <a:cs typeface="Noto Sans KR"/>
              </a:rPr>
              <a:t>Typecast 음성으로 사연을 읽는 기능</a:t>
            </a:r>
          </a:p>
        </p:txBody>
      </p:sp>
      <p:sp>
        <p:nvSpPr>
          <p:cNvPr id="110" name="footer"/>
          <p:cNvSpPr>
            <a:spLocks xmlns:a="http://schemas.openxmlformats.org/drawingml/2006/main" noGrp="1"/>
          </p:cNvSpPr>
          <p:nvPr/>
        </p:nvSpPr>
        <p:spPr>
          <a:xfrm xmlns:a="http://schemas.openxmlformats.org/drawingml/2006/main">
            <a:off x="612648" y="6236208"/>
            <a:ext cx="5486400" cy="3657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500" b="0">
                <a:solidFill>
                  <a:srgbClr val="725A49"/>
                </a:solidFill>
                <a:latin typeface="Noto Sans KR"/>
                <a:ea typeface="Noto Sans KR"/>
                <a:cs typeface="Noto Sans KR"/>
              </a:defRPr>
            </a:defPPr>
          </a:lstStyle>
          <a:p xmlns:a="http://schemas.openxmlformats.org/drawingml/2006/main">
            <a:pPr>
              <a:defRPr sz="1500" b="0">
                <a:solidFill>
                  <a:srgbClr val="725A49"/>
                </a:solidFill>
                <a:latin typeface="Noto Sans KR"/>
                <a:ea typeface="Noto Sans KR"/>
                <a:cs typeface="Noto Sans KR"/>
              </a:defRPr>
            </a:pPr>
            <a:r>
              <a:rPr sz="1500" b="0">
                <a:solidFill>
                  <a:srgbClr val="725A49"/>
                </a:solidFill>
                <a:latin typeface="Noto Sans KR"/>
                <a:ea typeface="Noto Sans KR"/>
                <a:cs typeface="Noto Sans KR"/>
              </a:rPr>
              <a:t>화면 예시  메인 /</a:t>
            </a:r>
          </a:p>
        </p:txBody>
      </p:sp>
    </p:spTree>
    <p:extLst>
      <p:ext uri="{BB962C8B-B14F-4D97-AF65-F5344CB8AC3E}">
        <p14:creationId xmlns:p14="http://schemas.microsoft.com/office/powerpoint/2010/main" val="1350761952"/>
      </p:ext>
    </p:extLst>
  </p:cSld>
</p:sld>
</file>

<file path=ppt/slides/slide9.xml><?xml version="1.0" encoding="utf-8"?>
<p:sld xmlns:p="http://schemas.openxmlformats.org/presentationml/2006/main">
  <p:cSld>
    <p:bg>
      <p:bgPr>
        <a:solidFill xmlns:a="http://schemas.openxmlformats.org/drawingml/2006/main">
          <a:srgbClr val="F6EBD3"/>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6A91DDEC-483F-4BC7-9F2C-F1BA40081D8F}"/>
              </a:ext>
            </a:extLst>
          </p:cNvPr>
          <p:cNvPicPr>
            <a:picLocks xmlns:a="http://schemas.openxmlformats.org/drawingml/2006/main" noChangeAspect="1"/>
          </p:cNvPicPr>
          <p:nvPr/>
        </p:nvPicPr>
        <p:blipFill>
          <a:blip xmlns:r="http://schemas.openxmlformats.org/officeDocument/2006/relationships" xmlns:a="http://schemas.openxmlformats.org/drawingml/2006/main" r:embed="Rc74582dcc80c47be"/>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contrast-background">
            <a:extLst xmlns:a="http://schemas.openxmlformats.org/drawingml/2006/main">
              <a:ext uri="{FF2B5EF4-FFF2-40B4-BE49-F238E27FC236}">
                <a16:creationId xmlns:a16="http://schemas.microsoft.com/office/drawing/2014/main" id="{600B8ACF-E486-44CA-BD3D-951B724A7B0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gradFill xmlns:a="http://schemas.openxmlformats.org/drawingml/2006/main">
            <a:gsLst>
              <a:gs pos="0">
                <a:srgbClr val="112E28">
                  <a:alpha val="96000"/>
                </a:srgbClr>
              </a:gs>
              <a:gs pos="48000">
                <a:srgbClr val="112E28">
                  <a:alpha val="84000"/>
                </a:srgbClr>
              </a:gs>
              <a:gs pos="100000">
                <a:srgbClr val="112E28">
                  <a:alpha val="22000"/>
                </a:srgbClr>
              </a:gs>
            </a:gsLst>
            <a:lin ang="0"/>
          </a:gradFill>
          <a:ln xmlns:a="http://schemas.openxmlformats.org/drawingml/2006/main" w="0">
            <a:noFill/>
            <a:prstDash val="solid"/>
          </a:ln>
        </p:spPr>
      </p:sp>
      <p:sp>
        <p:nvSpPr>
          <p:cNvPr id="3" name="text-1">
            <a:extLst xmlns:a="http://schemas.openxmlformats.org/drawingml/2006/main">
              <a:ext uri="{FF2B5EF4-FFF2-40B4-BE49-F238E27FC236}">
                <a16:creationId xmlns:a16="http://schemas.microsoft.com/office/drawing/2014/main" id="{2AED74ED-EA97-4BD7-AE9F-7C0AB91CAA75}"/>
              </a:ext>
            </a:extLst>
          </p:cNvPr>
          <p:cNvSpPr>
            <a:spLocks xmlns:a="http://schemas.openxmlformats.org/drawingml/2006/main" noGrp="1"/>
          </p:cNvSpPr>
          <p:nvPr/>
        </p:nvSpPr>
        <p:spPr>
          <a:xfrm xmlns:a="http://schemas.openxmlformats.org/drawingml/2006/main">
            <a:off x="609600" y="342900"/>
            <a:ext cx="438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275" b="1">
                <a:solidFill>
                  <a:srgbClr val="D7BB85"/>
                </a:solidFill>
                <a:latin typeface="Noto Sans KR"/>
                <a:ea typeface="Noto Sans KR"/>
                <a:cs typeface="Noto Sans KR"/>
              </a:defRPr>
            </a:defPPr>
          </a:lstStyle>
          <a:p xmlns:a="http://schemas.openxmlformats.org/drawingml/2006/main">
            <a:pPr>
              <a:defRPr sz="1275" b="1">
                <a:solidFill>
                  <a:srgbClr val="D7BB85"/>
                </a:solidFill>
                <a:latin typeface="Noto Sans KR"/>
                <a:ea typeface="Noto Sans KR"/>
                <a:cs typeface="Noto Sans KR"/>
              </a:defRPr>
            </a:pPr>
            <a:r>
              <a:rPr sz="1275" b="1">
                <a:solidFill>
                  <a:srgbClr val="D7BB85"/>
                </a:solidFill>
                <a:latin typeface="Noto Sans KR"/>
                <a:ea typeface="Noto Sans KR"/>
                <a:cs typeface="Noto Sans KR"/>
              </a:rPr>
              <a:t>SAM DABANG</a:t>
            </a:r>
          </a:p>
        </p:txBody>
      </p:sp>
      <p:sp>
        <p:nvSpPr>
          <p:cNvPr id="4" name="text-2">
            <a:extLst xmlns:a="http://schemas.openxmlformats.org/drawingml/2006/main">
              <a:ext uri="{FF2B5EF4-FFF2-40B4-BE49-F238E27FC236}">
                <a16:creationId xmlns:a16="http://schemas.microsoft.com/office/drawing/2014/main" id="{E8A8437C-AF95-4DAB-90F5-099F53219A93}"/>
              </a:ext>
            </a:extLst>
          </p:cNvPr>
          <p:cNvSpPr>
            <a:spLocks xmlns:a="http://schemas.openxmlformats.org/drawingml/2006/main" noGrp="1"/>
          </p:cNvSpPr>
          <p:nvPr/>
        </p:nvSpPr>
        <p:spPr>
          <a:xfrm xmlns:a="http://schemas.openxmlformats.org/drawingml/2006/main">
            <a:off x="609600" y="800100"/>
            <a:ext cx="10382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900" b="0">
                <a:solidFill>
                  <a:srgbClr val="F6EBD3"/>
                </a:solidFill>
                <a:latin typeface="BM EULJIRO TTF"/>
                <a:ea typeface="BM EULJIRO TTF"/>
                <a:cs typeface="BM EULJIRO TTF"/>
              </a:defRPr>
            </a:defPPr>
          </a:lstStyle>
          <a:p xmlns:a="http://schemas.openxmlformats.org/drawingml/2006/main">
            <a:pPr>
              <a:defRPr sz="3900" b="0">
                <a:solidFill>
                  <a:srgbClr val="F6EBD3"/>
                </a:solidFill>
                <a:latin typeface="BM EULJIRO TTF"/>
                <a:ea typeface="BM EULJIRO TTF"/>
                <a:cs typeface="BM EULJIRO TTF"/>
              </a:defRPr>
            </a:pPr>
            <a:r>
              <a:rPr sz="3900" b="0">
                <a:solidFill>
                  <a:srgbClr val="F6EBD3"/>
                </a:solidFill>
                <a:latin typeface="BM EULJIRO TTF"/>
                <a:ea typeface="BM EULJIRO TTF"/>
                <a:cs typeface="BM EULJIRO TTF"/>
              </a:rPr>
              <a:t>사연을 담은 뮤직박스</a:t>
            </a:r>
          </a:p>
        </p:txBody>
      </p:sp>
      <p:sp>
        <p:nvSpPr>
          <p:cNvPr id="5" name="text-3">
            <a:extLst xmlns:a="http://schemas.openxmlformats.org/drawingml/2006/main">
              <a:ext uri="{FF2B5EF4-FFF2-40B4-BE49-F238E27FC236}">
                <a16:creationId xmlns:a16="http://schemas.microsoft.com/office/drawing/2014/main" id="{A152916B-1779-49EE-B8B0-D367568863DC}"/>
              </a:ext>
            </a:extLst>
          </p:cNvPr>
          <p:cNvSpPr>
            <a:spLocks xmlns:a="http://schemas.openxmlformats.org/drawingml/2006/main" noGrp="1"/>
          </p:cNvSpPr>
          <p:nvPr/>
        </p:nvSpPr>
        <p:spPr>
          <a:xfrm xmlns:a="http://schemas.openxmlformats.org/drawingml/2006/main">
            <a:off x="10953750" y="361950"/>
            <a:ext cx="6191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0">
                <a:solidFill>
                  <a:srgbClr val="D7BB85"/>
                </a:solidFill>
                <a:latin typeface="BM EULJIRO TTF"/>
                <a:ea typeface="BM EULJIRO TTF"/>
                <a:cs typeface="BM EULJIRO TTF"/>
              </a:defRPr>
            </a:defPPr>
          </a:lstStyle>
          <a:p xmlns:a="http://schemas.openxmlformats.org/drawingml/2006/main">
            <a:pPr>
              <a:defRPr sz="2100" b="0">
                <a:solidFill>
                  <a:srgbClr val="D7BB85"/>
                </a:solidFill>
                <a:latin typeface="BM EULJIRO TTF"/>
                <a:ea typeface="BM EULJIRO TTF"/>
                <a:cs typeface="BM EULJIRO TTF"/>
              </a:defRPr>
            </a:pPr>
            <a:r>
              <a:rPr sz="2100" b="0">
                <a:solidFill>
                  <a:srgbClr val="D7BB85"/>
                </a:solidFill>
                <a:latin typeface="BM EULJIRO TTF"/>
                <a:ea typeface="BM EULJIRO TTF"/>
                <a:cs typeface="BM EULJIRO TTF"/>
              </a:rPr>
              <a:t>02</a:t>
            </a:r>
          </a:p>
        </p:txBody>
      </p:sp>
      <p:sp>
        <p:nvSpPr>
          <p:cNvPr id="6" name="text-4">
            <a:extLst xmlns:a="http://schemas.openxmlformats.org/drawingml/2006/main">
              <a:ext uri="{FF2B5EF4-FFF2-40B4-BE49-F238E27FC236}">
                <a16:creationId xmlns:a16="http://schemas.microsoft.com/office/drawing/2014/main" id="{2E5907DC-6302-49B0-B38A-37C596C5684B}"/>
              </a:ext>
            </a:extLst>
          </p:cNvPr>
          <p:cNvSpPr>
            <a:spLocks xmlns:a="http://schemas.openxmlformats.org/drawingml/2006/main" noGrp="1"/>
          </p:cNvSpPr>
          <p:nvPr/>
        </p:nvSpPr>
        <p:spPr>
          <a:xfrm xmlns:a="http://schemas.openxmlformats.org/drawingml/2006/main">
            <a:off x="609600" y="2190750"/>
            <a:ext cx="9239250" cy="1400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4350" b="0">
                <a:solidFill>
                  <a:srgbClr val="F6EBD3"/>
                </a:solidFill>
                <a:latin typeface="BM EULJIRO TTF"/>
                <a:ea typeface="BM EULJIRO TTF"/>
                <a:cs typeface="BM EULJIRO TTF"/>
              </a:defRPr>
            </a:defPPr>
          </a:lstStyle>
          <a:p xmlns:a="http://schemas.openxmlformats.org/drawingml/2006/main">
            <a:pPr>
              <a:defRPr sz="4350" b="0">
                <a:solidFill>
                  <a:srgbClr val="F6EBD3"/>
                </a:solidFill>
                <a:latin typeface="BM EULJIRO TTF"/>
                <a:ea typeface="BM EULJIRO TTF"/>
                <a:cs typeface="BM EULJIRO TTF"/>
              </a:defRPr>
            </a:pPr>
            <a:r>
              <a:rPr sz="4350" b="0">
                <a:solidFill>
                  <a:srgbClr val="F6EBD3"/>
                </a:solidFill>
                <a:latin typeface="BM EULJIRO TTF"/>
                <a:ea typeface="BM EULJIRO TTF"/>
                <a:cs typeface="BM EULJIRO TTF"/>
              </a:rPr>
              <a:t>듣고 싶은 노래에</a:t>
            </a:r>
          </a:p>
          <a:p xmlns:a="http://schemas.openxmlformats.org/drawingml/2006/main">
            <a:pPr>
              <a:defRPr sz="4350" b="0">
                <a:solidFill>
                  <a:srgbClr val="F6EBD3"/>
                </a:solidFill>
                <a:latin typeface="BM EULJIRO TTF"/>
                <a:ea typeface="BM EULJIRO TTF"/>
                <a:cs typeface="BM EULJIRO TTF"/>
              </a:defRPr>
            </a:pPr>
            <a:r>
              <a:rPr sz="4350" b="0">
                <a:solidFill>
                  <a:srgbClr val="F6EBD3"/>
                </a:solidFill>
                <a:latin typeface="BM EULJIRO TTF"/>
                <a:ea typeface="BM EULJIRO TTF"/>
                <a:cs typeface="BM EULJIRO TTF"/>
              </a:rPr>
              <a:t>나의 이야기를 더하기</a:t>
            </a:r>
          </a:p>
        </p:txBody>
      </p:sp>
      <p:sp>
        <p:nvSpPr>
          <p:cNvPr id="7" name="text-5">
            <a:extLst xmlns:a="http://schemas.openxmlformats.org/drawingml/2006/main">
              <a:ext uri="{FF2B5EF4-FFF2-40B4-BE49-F238E27FC236}">
                <a16:creationId xmlns:a16="http://schemas.microsoft.com/office/drawing/2014/main" id="{66862200-2B9F-4ADD-A8D9-2C694E510FA9}"/>
              </a:ext>
            </a:extLst>
          </p:cNvPr>
          <p:cNvSpPr>
            <a:spLocks xmlns:a="http://schemas.openxmlformats.org/drawingml/2006/main" noGrp="1"/>
          </p:cNvSpPr>
          <p:nvPr/>
        </p:nvSpPr>
        <p:spPr>
          <a:xfrm xmlns:a="http://schemas.openxmlformats.org/drawingml/2006/main">
            <a:off x="638175" y="4152900"/>
            <a:ext cx="84772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250" b="0">
                <a:solidFill>
                  <a:srgbClr val="F6EBD3"/>
                </a:solidFill>
                <a:latin typeface="Noto Sans KR"/>
                <a:ea typeface="Noto Sans KR"/>
                <a:cs typeface="Noto Sans KR"/>
              </a:defRPr>
            </a:defPPr>
          </a:lstStyle>
          <a:p xmlns:a="http://schemas.openxmlformats.org/drawingml/2006/main">
            <a:pPr>
              <a:defRPr sz="2250" b="0">
                <a:solidFill>
                  <a:srgbClr val="F6EBD3"/>
                </a:solidFill>
                <a:latin typeface="Noto Sans KR"/>
                <a:ea typeface="Noto Sans KR"/>
                <a:cs typeface="Noto Sans KR"/>
              </a:defRPr>
            </a:pPr>
            <a:r>
              <a:rPr sz="2250" b="0">
                <a:solidFill>
                  <a:srgbClr val="F6EBD3"/>
                </a:solidFill>
                <a:latin typeface="Noto Sans KR"/>
                <a:ea typeface="Noto Sans KR"/>
                <a:cs typeface="Noto Sans KR"/>
              </a:rPr>
              <a:t>손님은 듣고 싶은 노래와 사연을 신청하고</a:t>
            </a:r>
          </a:p>
          <a:p xmlns:a="http://schemas.openxmlformats.org/drawingml/2006/main">
            <a:pPr>
              <a:defRPr sz="2250" b="0">
                <a:solidFill>
                  <a:srgbClr val="F6EBD3"/>
                </a:solidFill>
                <a:latin typeface="Noto Sans KR"/>
                <a:ea typeface="Noto Sans KR"/>
                <a:cs typeface="Noto Sans KR"/>
              </a:defRPr>
            </a:pPr>
            <a:r>
              <a:rPr sz="2250" b="0">
                <a:solidFill>
                  <a:srgbClr val="F6EBD3"/>
                </a:solidFill>
                <a:latin typeface="Noto Sans KR"/>
                <a:ea typeface="Noto Sans KR"/>
                <a:cs typeface="Noto Sans KR"/>
              </a:rPr>
              <a:t>DJ가 된 관리자는 사연을 읽고 곡을 틀고</a:t>
            </a:r>
          </a:p>
          <a:p xmlns:a="http://schemas.openxmlformats.org/drawingml/2006/main">
            <a:pPr>
              <a:defRPr sz="2250" b="0">
                <a:solidFill>
                  <a:srgbClr val="F6EBD3"/>
                </a:solidFill>
                <a:latin typeface="Noto Sans KR"/>
                <a:ea typeface="Noto Sans KR"/>
                <a:cs typeface="Noto Sans KR"/>
              </a:defRPr>
            </a:pPr>
            <a:r>
              <a:rPr sz="2250" b="0">
                <a:solidFill>
                  <a:srgbClr val="F6EBD3"/>
                </a:solidFill>
                <a:latin typeface="Noto Sans KR"/>
                <a:ea typeface="Noto Sans KR"/>
                <a:cs typeface="Noto Sans KR"/>
              </a:rPr>
              <a:t>다방 화면에서 지금 곡과 사연을 함께 봅니다</a:t>
            </a:r>
          </a:p>
        </p:txBody>
      </p:sp>
      <p:sp>
        <p:nvSpPr>
          <p:cNvPr id="8" name="text-6">
            <a:extLst xmlns:a="http://schemas.openxmlformats.org/drawingml/2006/main">
              <a:ext uri="{FF2B5EF4-FFF2-40B4-BE49-F238E27FC236}">
                <a16:creationId xmlns:a16="http://schemas.microsoft.com/office/drawing/2014/main" id="{0517A79C-B2DA-4645-B762-C7BBFF15C34C}"/>
              </a:ext>
            </a:extLst>
          </p:cNvPr>
          <p:cNvSpPr>
            <a:spLocks xmlns:a="http://schemas.openxmlformats.org/drawingml/2006/main" noGrp="1"/>
          </p:cNvSpPr>
          <p:nvPr/>
        </p:nvSpPr>
        <p:spPr>
          <a:xfrm xmlns:a="http://schemas.openxmlformats.org/drawingml/2006/main">
            <a:off x="8982075" y="5943600"/>
            <a:ext cx="2667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325" b="0">
                <a:solidFill>
                  <a:srgbClr val="D7BB85"/>
                </a:solidFill>
                <a:latin typeface="BM EULJIRO TTF"/>
                <a:ea typeface="BM EULJIRO TTF"/>
                <a:cs typeface="BM EULJIRO TTF"/>
              </a:defRPr>
            </a:defPPr>
          </a:lstStyle>
          <a:p xmlns:a="http://schemas.openxmlformats.org/drawingml/2006/main">
            <a:pPr>
              <a:defRPr sz="2325" b="0">
                <a:solidFill>
                  <a:srgbClr val="D7BB85"/>
                </a:solidFill>
                <a:latin typeface="BM EULJIRO TTF"/>
                <a:ea typeface="BM EULJIRO TTF"/>
                <a:cs typeface="BM EULJIRO TTF"/>
              </a:defRPr>
            </a:pPr>
            <a:r>
              <a:rPr sz="2325" b="0">
                <a:solidFill>
                  <a:srgbClr val="D7BB85"/>
                </a:solidFill>
                <a:latin typeface="BM EULJIRO TTF"/>
                <a:ea typeface="BM EULJIRO TTF"/>
                <a:cs typeface="BM EULJIRO TTF"/>
              </a:rPr>
              <a:t>MUSIC BOX</a:t>
            </a:r>
          </a:p>
        </p:txBody>
      </p:sp>
    </p:spTree>
    <p:extLst>
      <p:ext uri="{BB962C8B-B14F-4D97-AF65-F5344CB8AC3E}">
        <p14:creationId xmlns:p14="http://schemas.microsoft.com/office/powerpoint/2010/main" val="994777491"/>
      </p:ext>
    </p:extLst>
  </p:cSld>
</p:sld>
</file>

<file path=ppt/slides/slide12.xml><?xml version="1.0" encoding="utf-8"?>
<p:sld xmlns:p="http://schemas.openxmlformats.org/presentationml/2006/main">
  <p:cSld>
    <p:bg>
      <p:bgPr>
        <a:solidFill xmlns:a="http://schemas.openxmlformats.org/drawingml/2006/main">
          <a:srgbClr val="173F36"/>
        </a:solidFill>
      </p:bgPr>
    </p:bg>
    <p:spTree>
      <p:nvGrpSpPr>
        <p:cNvPr id="1" name=""/>
        <p:cNvGrpSpPr/>
        <p:nvPr/>
      </p:nvGrpSpPr>
      <p:grpSpPr>
        <a:xfrm xmlns:a="http://schemas.openxmlformats.org/drawingml/2006/main"/>
      </p:grpSpPr>
      <p:sp>
        <p:nvSpPr>
          <p:cNvPr id="18" name="text-0">
            <a:extLst xmlns:a="http://schemas.openxmlformats.org/drawingml/2006/main">
              <a:ext uri="{FF2B5EF4-FFF2-40B4-BE49-F238E27FC236}">
                <a16:creationId xmlns:a16="http://schemas.microsoft.com/office/drawing/2014/main" id="{D74D8F87-4467-4DC6-B673-4F7AF2E27EF9}"/>
              </a:ext>
            </a:extLst>
          </p:cNvPr>
          <p:cNvSpPr>
            <a:spLocks xmlns:a="http://schemas.openxmlformats.org/drawingml/2006/main" noGrp="1"/>
          </p:cNvSpPr>
          <p:nvPr/>
        </p:nvSpPr>
        <p:spPr>
          <a:xfrm xmlns:a="http://schemas.openxmlformats.org/drawingml/2006/main">
            <a:off x="609600" y="342900"/>
            <a:ext cx="438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275" b="1">
                <a:solidFill>
                  <a:srgbClr val="D7BB85"/>
                </a:solidFill>
                <a:latin typeface="Noto Sans KR"/>
                <a:ea typeface="Noto Sans KR"/>
                <a:cs typeface="Noto Sans KR"/>
              </a:defRPr>
            </a:defPPr>
          </a:lstStyle>
          <a:p xmlns:a="http://schemas.openxmlformats.org/drawingml/2006/main">
            <a:pPr>
              <a:defRPr sz="1275" b="1">
                <a:solidFill>
                  <a:srgbClr val="D7BB85"/>
                </a:solidFill>
                <a:latin typeface="Noto Sans KR"/>
                <a:ea typeface="Noto Sans KR"/>
                <a:cs typeface="Noto Sans KR"/>
              </a:defRPr>
            </a:pPr>
            <a:r>
              <a:rPr sz="1275" b="1">
                <a:solidFill>
                  <a:srgbClr val="D7BB85"/>
                </a:solidFill>
                <a:latin typeface="Noto Sans KR"/>
                <a:ea typeface="Noto Sans KR"/>
                <a:cs typeface="Noto Sans KR"/>
              </a:rPr>
              <a:t>SAM DABANG</a:t>
            </a:r>
          </a:p>
        </p:txBody>
      </p:sp>
      <p:sp>
        <p:nvSpPr>
          <p:cNvPr id="2" name="text-1">
            <a:extLst xmlns:a="http://schemas.openxmlformats.org/drawingml/2006/main">
              <a:ext uri="{FF2B5EF4-FFF2-40B4-BE49-F238E27FC236}">
                <a16:creationId xmlns:a16="http://schemas.microsoft.com/office/drawing/2014/main" id="{021ABA62-829D-41CC-A740-743B2CDB360A}"/>
              </a:ext>
            </a:extLst>
          </p:cNvPr>
          <p:cNvSpPr>
            <a:spLocks xmlns:a="http://schemas.openxmlformats.org/drawingml/2006/main" noGrp="1"/>
          </p:cNvSpPr>
          <p:nvPr/>
        </p:nvSpPr>
        <p:spPr>
          <a:xfrm xmlns:a="http://schemas.openxmlformats.org/drawingml/2006/main">
            <a:off x="609600" y="800100"/>
            <a:ext cx="10382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900" b="0">
                <a:solidFill>
                  <a:srgbClr val="F6EBD3"/>
                </a:solidFill>
                <a:latin typeface="BM EULJIRO TTF"/>
                <a:ea typeface="BM EULJIRO TTF"/>
                <a:cs typeface="BM EULJIRO TTF"/>
              </a:defRPr>
            </a:defPPr>
          </a:lstStyle>
          <a:p xmlns:a="http://schemas.openxmlformats.org/drawingml/2006/main">
            <a:pPr>
              <a:defRPr sz="3900" b="0">
                <a:solidFill>
                  <a:srgbClr val="F6EBD3"/>
                </a:solidFill>
                <a:latin typeface="BM EULJIRO TTF"/>
                <a:ea typeface="BM EULJIRO TTF"/>
                <a:cs typeface="BM EULJIRO TTF"/>
              </a:defRPr>
            </a:pPr>
            <a:r>
              <a:rPr sz="3900" b="0">
                <a:solidFill>
                  <a:srgbClr val="F6EBD3"/>
                </a:solidFill>
                <a:latin typeface="BM EULJIRO TTF"/>
                <a:ea typeface="BM EULJIRO TTF"/>
                <a:cs typeface="BM EULJIRO TTF"/>
              </a:rPr>
              <a:t>뮤직박스 흐름</a:t>
            </a:r>
          </a:p>
        </p:txBody>
      </p:sp>
      <p:sp>
        <p:nvSpPr>
          <p:cNvPr id="3" name="text-2">
            <a:extLst xmlns:a="http://schemas.openxmlformats.org/drawingml/2006/main">
              <a:ext uri="{FF2B5EF4-FFF2-40B4-BE49-F238E27FC236}">
                <a16:creationId xmlns:a16="http://schemas.microsoft.com/office/drawing/2014/main" id="{9EE72349-1854-4E50-9450-99A8AE409D90}"/>
              </a:ext>
            </a:extLst>
          </p:cNvPr>
          <p:cNvSpPr>
            <a:spLocks xmlns:a="http://schemas.openxmlformats.org/drawingml/2006/main" noGrp="1"/>
          </p:cNvSpPr>
          <p:nvPr/>
        </p:nvSpPr>
        <p:spPr>
          <a:xfrm xmlns:a="http://schemas.openxmlformats.org/drawingml/2006/main">
            <a:off x="10953750" y="361950"/>
            <a:ext cx="6191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0">
                <a:solidFill>
                  <a:srgbClr val="D7BB85"/>
                </a:solidFill>
                <a:latin typeface="BM EULJIRO TTF"/>
                <a:ea typeface="BM EULJIRO TTF"/>
                <a:cs typeface="BM EULJIRO TTF"/>
              </a:defRPr>
            </a:defPPr>
          </a:lstStyle>
          <a:p xmlns:a="http://schemas.openxmlformats.org/drawingml/2006/main">
            <a:pPr>
              <a:defRPr sz="2100" b="0">
                <a:solidFill>
                  <a:srgbClr val="D7BB85"/>
                </a:solidFill>
                <a:latin typeface="BM EULJIRO TTF"/>
                <a:ea typeface="BM EULJIRO TTF"/>
                <a:cs typeface="BM EULJIRO TTF"/>
              </a:defRPr>
            </a:pPr>
            <a:r>
              <a:rPr sz="2100" b="0">
                <a:solidFill>
                  <a:srgbClr val="D7BB85"/>
                </a:solidFill>
                <a:latin typeface="BM EULJIRO TTF"/>
                <a:ea typeface="BM EULJIRO TTF"/>
                <a:cs typeface="BM EULJIRO TTF"/>
              </a:rPr>
              <a:t>03</a:t>
            </a:r>
          </a:p>
        </p:txBody>
      </p:sp>
      <p:sp>
        <p:nvSpPr>
          <p:cNvPr id="4" name="text-3">
            <a:extLst xmlns:a="http://schemas.openxmlformats.org/drawingml/2006/main">
              <a:ext uri="{FF2B5EF4-FFF2-40B4-BE49-F238E27FC236}">
                <a16:creationId xmlns:a16="http://schemas.microsoft.com/office/drawing/2014/main" id="{D1CBF177-BD9E-4780-84A2-DDAD5D27F90A}"/>
              </a:ext>
            </a:extLst>
          </p:cNvPr>
          <p:cNvSpPr>
            <a:spLocks xmlns:a="http://schemas.openxmlformats.org/drawingml/2006/main" noGrp="1"/>
          </p:cNvSpPr>
          <p:nvPr/>
        </p:nvSpPr>
        <p:spPr>
          <a:xfrm xmlns:a="http://schemas.openxmlformats.org/drawingml/2006/main">
            <a:off x="628650" y="1619250"/>
            <a:ext cx="10382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0">
                <a:solidFill>
                  <a:srgbClr val="D7BB85"/>
                </a:solidFill>
                <a:latin typeface="Noto Sans KR"/>
                <a:ea typeface="Noto Sans KR"/>
                <a:cs typeface="Noto Sans KR"/>
              </a:defRPr>
            </a:defPPr>
          </a:lstStyle>
          <a:p xmlns:a="http://schemas.openxmlformats.org/drawingml/2006/main">
            <a:pPr>
              <a:defRPr sz="2025" b="0">
                <a:solidFill>
                  <a:srgbClr val="D7BB85"/>
                </a:solidFill>
                <a:latin typeface="Noto Sans KR"/>
                <a:ea typeface="Noto Sans KR"/>
                <a:cs typeface="Noto Sans KR"/>
              </a:defRPr>
            </a:pPr>
            <a:r>
              <a:rPr sz="2025" b="0">
                <a:solidFill>
                  <a:srgbClr val="D7BB85"/>
                </a:solidFill>
                <a:latin typeface="Noto Sans KR"/>
                <a:ea typeface="Noto Sans KR"/>
                <a:cs typeface="Noto Sans KR"/>
              </a:rPr>
              <a:t>신청한 곡이 접수부터 재생까지 이어지는 과정</a:t>
            </a:r>
          </a:p>
        </p:txBody>
      </p:sp>
      <p:sp>
        <p:nvSpPr>
          <p:cNvPr id="5" name="text-4">
            <a:extLst xmlns:a="http://schemas.openxmlformats.org/drawingml/2006/main">
              <a:ext uri="{FF2B5EF4-FFF2-40B4-BE49-F238E27FC236}">
                <a16:creationId xmlns:a16="http://schemas.microsoft.com/office/drawing/2014/main" id="{C1F75577-2CDA-465C-96D3-A82EE63D6705}"/>
              </a:ext>
            </a:extLst>
          </p:cNvPr>
          <p:cNvSpPr>
            <a:spLocks xmlns:a="http://schemas.openxmlformats.org/drawingml/2006/main" noGrp="1"/>
          </p:cNvSpPr>
          <p:nvPr/>
        </p:nvSpPr>
        <p:spPr>
          <a:xfrm xmlns:a="http://schemas.openxmlformats.org/drawingml/2006/main">
            <a:off x="628650" y="2457450"/>
            <a:ext cx="7143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775" b="0">
                <a:solidFill>
                  <a:srgbClr val="D7BB85"/>
                </a:solidFill>
                <a:latin typeface="BM EULJIRO TTF"/>
                <a:ea typeface="BM EULJIRO TTF"/>
                <a:cs typeface="BM EULJIRO TTF"/>
              </a:defRPr>
            </a:defPPr>
          </a:lstStyle>
          <a:p xmlns:a="http://schemas.openxmlformats.org/drawingml/2006/main">
            <a:pPr>
              <a:defRPr sz="2775" b="0">
                <a:solidFill>
                  <a:srgbClr val="D7BB85"/>
                </a:solidFill>
                <a:latin typeface="BM EULJIRO TTF"/>
                <a:ea typeface="BM EULJIRO TTF"/>
                <a:cs typeface="BM EULJIRO TTF"/>
              </a:defRPr>
            </a:pPr>
            <a:r>
              <a:rPr sz="2775" b="0">
                <a:solidFill>
                  <a:srgbClr val="D7BB85"/>
                </a:solidFill>
                <a:latin typeface="BM EULJIRO TTF"/>
                <a:ea typeface="BM EULJIRO TTF"/>
                <a:cs typeface="BM EULJIRO TTF"/>
              </a:rPr>
              <a:t>01</a:t>
            </a:r>
          </a:p>
        </p:txBody>
      </p:sp>
      <p:sp>
        <p:nvSpPr>
          <p:cNvPr id="6" name="text-5">
            <a:extLst xmlns:a="http://schemas.openxmlformats.org/drawingml/2006/main">
              <a:ext uri="{FF2B5EF4-FFF2-40B4-BE49-F238E27FC236}">
                <a16:creationId xmlns:a16="http://schemas.microsoft.com/office/drawing/2014/main" id="{5650FEB4-9DDB-4F04-87B0-A19EF7B165AC}"/>
              </a:ext>
            </a:extLst>
          </p:cNvPr>
          <p:cNvSpPr>
            <a:spLocks xmlns:a="http://schemas.openxmlformats.org/drawingml/2006/main" noGrp="1"/>
          </p:cNvSpPr>
          <p:nvPr/>
        </p:nvSpPr>
        <p:spPr>
          <a:xfrm xmlns:a="http://schemas.openxmlformats.org/drawingml/2006/main">
            <a:off x="1571625" y="2457450"/>
            <a:ext cx="27146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325" b="0">
                <a:solidFill>
                  <a:srgbClr val="F6EBD3"/>
                </a:solidFill>
                <a:latin typeface="BM EULJIRO TTF"/>
                <a:ea typeface="BM EULJIRO TTF"/>
                <a:cs typeface="BM EULJIRO TTF"/>
              </a:defRPr>
            </a:defPPr>
          </a:lstStyle>
          <a:p xmlns:a="http://schemas.openxmlformats.org/drawingml/2006/main">
            <a:pPr>
              <a:defRPr sz="2325" b="0">
                <a:solidFill>
                  <a:srgbClr val="F6EBD3"/>
                </a:solidFill>
                <a:latin typeface="BM EULJIRO TTF"/>
                <a:ea typeface="BM EULJIRO TTF"/>
                <a:cs typeface="BM EULJIRO TTF"/>
              </a:defRPr>
            </a:pPr>
            <a:r>
              <a:rPr sz="2325" b="0">
                <a:solidFill>
                  <a:srgbClr val="F6EBD3"/>
                </a:solidFill>
                <a:latin typeface="BM EULJIRO TTF"/>
                <a:ea typeface="BM EULJIRO TTF"/>
                <a:cs typeface="BM EULJIRO TTF"/>
              </a:rPr>
              <a:t>손님 신청</a:t>
            </a:r>
          </a:p>
        </p:txBody>
      </p:sp>
      <p:sp>
        <p:nvSpPr>
          <p:cNvPr id="7" name="text-6">
            <a:extLst xmlns:a="http://schemas.openxmlformats.org/drawingml/2006/main">
              <a:ext uri="{FF2B5EF4-FFF2-40B4-BE49-F238E27FC236}">
                <a16:creationId xmlns:a16="http://schemas.microsoft.com/office/drawing/2014/main" id="{DFCB374D-54BD-4D1C-99A1-AF91D80889D8}"/>
              </a:ext>
            </a:extLst>
          </p:cNvPr>
          <p:cNvSpPr>
            <a:spLocks xmlns:a="http://schemas.openxmlformats.org/drawingml/2006/main" noGrp="1"/>
          </p:cNvSpPr>
          <p:nvPr/>
        </p:nvSpPr>
        <p:spPr>
          <a:xfrm xmlns:a="http://schemas.openxmlformats.org/drawingml/2006/main">
            <a:off x="4572000" y="2486025"/>
            <a:ext cx="68484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0">
                <a:solidFill>
                  <a:srgbClr val="F6EBD3"/>
                </a:solidFill>
                <a:latin typeface="Noto Sans KR"/>
                <a:ea typeface="Noto Sans KR"/>
                <a:cs typeface="Noto Sans KR"/>
              </a:defRPr>
            </a:defPPr>
          </a:lstStyle>
          <a:p xmlns:a="http://schemas.openxmlformats.org/drawingml/2006/main">
            <a:pPr>
              <a:defRPr sz="2100" b="0">
                <a:solidFill>
                  <a:srgbClr val="F6EBD3"/>
                </a:solidFill>
                <a:latin typeface="Noto Sans KR"/>
                <a:ea typeface="Noto Sans KR"/>
                <a:cs typeface="Noto Sans KR"/>
              </a:defRPr>
            </a:pPr>
            <a:r>
              <a:rPr sz="2100" b="0">
                <a:solidFill>
                  <a:srgbClr val="F6EBD3"/>
                </a:solidFill>
                <a:latin typeface="Noto Sans KR"/>
                <a:ea typeface="Noto Sans KR"/>
                <a:cs typeface="Noto Sans KR"/>
              </a:rPr>
              <a:t>곡명·가수·사연 입력 (회원 전용)</a:t>
            </a:r>
          </a:p>
        </p:txBody>
      </p:sp>
      <p:sp>
        <p:nvSpPr>
          <p:cNvPr id="8" name="text-7">
            <a:extLst xmlns:a="http://schemas.openxmlformats.org/drawingml/2006/main">
              <a:ext uri="{FF2B5EF4-FFF2-40B4-BE49-F238E27FC236}">
                <a16:creationId xmlns:a16="http://schemas.microsoft.com/office/drawing/2014/main" id="{09A56C04-D600-452D-BFC9-00E217FD888F}"/>
              </a:ext>
            </a:extLst>
          </p:cNvPr>
          <p:cNvSpPr>
            <a:spLocks xmlns:a="http://schemas.openxmlformats.org/drawingml/2006/main" noGrp="1"/>
          </p:cNvSpPr>
          <p:nvPr/>
        </p:nvSpPr>
        <p:spPr>
          <a:xfrm xmlns:a="http://schemas.openxmlformats.org/drawingml/2006/main">
            <a:off x="628650" y="3276600"/>
            <a:ext cx="7143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775" b="0">
                <a:solidFill>
                  <a:srgbClr val="D7BB85"/>
                </a:solidFill>
                <a:latin typeface="BM EULJIRO TTF"/>
                <a:ea typeface="BM EULJIRO TTF"/>
                <a:cs typeface="BM EULJIRO TTF"/>
              </a:defRPr>
            </a:defPPr>
          </a:lstStyle>
          <a:p xmlns:a="http://schemas.openxmlformats.org/drawingml/2006/main">
            <a:pPr>
              <a:defRPr sz="2775" b="0">
                <a:solidFill>
                  <a:srgbClr val="D7BB85"/>
                </a:solidFill>
                <a:latin typeface="BM EULJIRO TTF"/>
                <a:ea typeface="BM EULJIRO TTF"/>
                <a:cs typeface="BM EULJIRO TTF"/>
              </a:defRPr>
            </a:pPr>
            <a:r>
              <a:rPr sz="2775" b="0">
                <a:solidFill>
                  <a:srgbClr val="D7BB85"/>
                </a:solidFill>
                <a:latin typeface="BM EULJIRO TTF"/>
                <a:ea typeface="BM EULJIRO TTF"/>
                <a:cs typeface="BM EULJIRO TTF"/>
              </a:rPr>
              <a:t>02</a:t>
            </a:r>
          </a:p>
        </p:txBody>
      </p:sp>
      <p:sp>
        <p:nvSpPr>
          <p:cNvPr id="9" name="text-8">
            <a:extLst xmlns:a="http://schemas.openxmlformats.org/drawingml/2006/main">
              <a:ext uri="{FF2B5EF4-FFF2-40B4-BE49-F238E27FC236}">
                <a16:creationId xmlns:a16="http://schemas.microsoft.com/office/drawing/2014/main" id="{1AF95D78-A9E7-43AC-8BE3-6FD04054D775}"/>
              </a:ext>
            </a:extLst>
          </p:cNvPr>
          <p:cNvSpPr>
            <a:spLocks xmlns:a="http://schemas.openxmlformats.org/drawingml/2006/main" noGrp="1"/>
          </p:cNvSpPr>
          <p:nvPr/>
        </p:nvSpPr>
        <p:spPr>
          <a:xfrm xmlns:a="http://schemas.openxmlformats.org/drawingml/2006/main">
            <a:off x="1571625" y="3276600"/>
            <a:ext cx="27146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325" b="0">
                <a:solidFill>
                  <a:srgbClr val="F6EBD3"/>
                </a:solidFill>
                <a:latin typeface="BM EULJIRO TTF"/>
                <a:ea typeface="BM EULJIRO TTF"/>
                <a:cs typeface="BM EULJIRO TTF"/>
              </a:defRPr>
            </a:defPPr>
          </a:lstStyle>
          <a:p xmlns:a="http://schemas.openxmlformats.org/drawingml/2006/main">
            <a:pPr>
              <a:defRPr sz="2325" b="0">
                <a:solidFill>
                  <a:srgbClr val="F6EBD3"/>
                </a:solidFill>
                <a:latin typeface="BM EULJIRO TTF"/>
                <a:ea typeface="BM EULJIRO TTF"/>
                <a:cs typeface="BM EULJIRO TTF"/>
              </a:defRPr>
            </a:pPr>
            <a:r>
              <a:rPr sz="2325" b="0">
                <a:solidFill>
                  <a:srgbClr val="F6EBD3"/>
                </a:solidFill>
                <a:latin typeface="BM EULJIRO TTF"/>
                <a:ea typeface="BM EULJIRO TTF"/>
                <a:cs typeface="BM EULJIRO TTF"/>
              </a:rPr>
              <a:t>DJ 접수</a:t>
            </a:r>
          </a:p>
        </p:txBody>
      </p:sp>
      <p:sp>
        <p:nvSpPr>
          <p:cNvPr id="10" name="text-9">
            <a:extLst xmlns:a="http://schemas.openxmlformats.org/drawingml/2006/main">
              <a:ext uri="{FF2B5EF4-FFF2-40B4-BE49-F238E27FC236}">
                <a16:creationId xmlns:a16="http://schemas.microsoft.com/office/drawing/2014/main" id="{C8C30BAD-3A2A-4CE4-9BE0-F7690DBCC7F3}"/>
              </a:ext>
            </a:extLst>
          </p:cNvPr>
          <p:cNvSpPr>
            <a:spLocks xmlns:a="http://schemas.openxmlformats.org/drawingml/2006/main" noGrp="1"/>
          </p:cNvSpPr>
          <p:nvPr/>
        </p:nvSpPr>
        <p:spPr>
          <a:xfrm xmlns:a="http://schemas.openxmlformats.org/drawingml/2006/main">
            <a:off x="4572000" y="3305175"/>
            <a:ext cx="68484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0">
                <a:solidFill>
                  <a:srgbClr val="F6EBD3"/>
                </a:solidFill>
                <a:latin typeface="Noto Sans KR"/>
                <a:ea typeface="Noto Sans KR"/>
                <a:cs typeface="Noto Sans KR"/>
              </a:defRPr>
            </a:defPPr>
          </a:lstStyle>
          <a:p xmlns:a="http://schemas.openxmlformats.org/drawingml/2006/main">
            <a:pPr>
              <a:defRPr sz="2100" b="0">
                <a:solidFill>
                  <a:srgbClr val="F6EBD3"/>
                </a:solidFill>
                <a:latin typeface="Noto Sans KR"/>
                <a:ea typeface="Noto Sans KR"/>
                <a:cs typeface="Noto Sans KR"/>
              </a:defRPr>
            </a:pPr>
            <a:r>
              <a:rPr sz="2100" b="0">
                <a:solidFill>
                  <a:srgbClr val="F6EBD3"/>
                </a:solidFill>
                <a:latin typeface="Noto Sans KR"/>
                <a:ea typeface="Noto Sans KR"/>
                <a:cs typeface="Noto Sans KR"/>
              </a:rPr>
              <a:t>사연 확인 후 YouTube 링크 연결</a:t>
            </a:r>
          </a:p>
        </p:txBody>
      </p:sp>
      <p:sp>
        <p:nvSpPr>
          <p:cNvPr id="11" name="text-10">
            <a:extLst xmlns:a="http://schemas.openxmlformats.org/drawingml/2006/main">
              <a:ext uri="{FF2B5EF4-FFF2-40B4-BE49-F238E27FC236}">
                <a16:creationId xmlns:a16="http://schemas.microsoft.com/office/drawing/2014/main" id="{9234F07E-ED09-40BF-B6F5-11D4792DF376}"/>
              </a:ext>
            </a:extLst>
          </p:cNvPr>
          <p:cNvSpPr>
            <a:spLocks xmlns:a="http://schemas.openxmlformats.org/drawingml/2006/main" noGrp="1"/>
          </p:cNvSpPr>
          <p:nvPr/>
        </p:nvSpPr>
        <p:spPr>
          <a:xfrm xmlns:a="http://schemas.openxmlformats.org/drawingml/2006/main">
            <a:off x="628650" y="4095750"/>
            <a:ext cx="7143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775" b="0">
                <a:solidFill>
                  <a:srgbClr val="D7BB85"/>
                </a:solidFill>
                <a:latin typeface="BM EULJIRO TTF"/>
                <a:ea typeface="BM EULJIRO TTF"/>
                <a:cs typeface="BM EULJIRO TTF"/>
              </a:defRPr>
            </a:defPPr>
          </a:lstStyle>
          <a:p xmlns:a="http://schemas.openxmlformats.org/drawingml/2006/main">
            <a:pPr>
              <a:defRPr sz="2775" b="0">
                <a:solidFill>
                  <a:srgbClr val="D7BB85"/>
                </a:solidFill>
                <a:latin typeface="BM EULJIRO TTF"/>
                <a:ea typeface="BM EULJIRO TTF"/>
                <a:cs typeface="BM EULJIRO TTF"/>
              </a:defRPr>
            </a:pPr>
            <a:r>
              <a:rPr sz="2775" b="0">
                <a:solidFill>
                  <a:srgbClr val="D7BB85"/>
                </a:solidFill>
                <a:latin typeface="BM EULJIRO TTF"/>
                <a:ea typeface="BM EULJIRO TTF"/>
                <a:cs typeface="BM EULJIRO TTF"/>
              </a:rPr>
              <a:t>03</a:t>
            </a:r>
          </a:p>
        </p:txBody>
      </p:sp>
      <p:sp>
        <p:nvSpPr>
          <p:cNvPr id="12" name="text-11">
            <a:extLst xmlns:a="http://schemas.openxmlformats.org/drawingml/2006/main">
              <a:ext uri="{FF2B5EF4-FFF2-40B4-BE49-F238E27FC236}">
                <a16:creationId xmlns:a16="http://schemas.microsoft.com/office/drawing/2014/main" id="{FCE4BDF9-D4FA-4B14-812E-18C4D87B0BE4}"/>
              </a:ext>
            </a:extLst>
          </p:cNvPr>
          <p:cNvSpPr>
            <a:spLocks xmlns:a="http://schemas.openxmlformats.org/drawingml/2006/main" noGrp="1"/>
          </p:cNvSpPr>
          <p:nvPr/>
        </p:nvSpPr>
        <p:spPr>
          <a:xfrm xmlns:a="http://schemas.openxmlformats.org/drawingml/2006/main">
            <a:off x="1571625" y="4095750"/>
            <a:ext cx="27146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325" b="0">
                <a:solidFill>
                  <a:srgbClr val="F6EBD3"/>
                </a:solidFill>
                <a:latin typeface="BM EULJIRO TTF"/>
                <a:ea typeface="BM EULJIRO TTF"/>
                <a:cs typeface="BM EULJIRO TTF"/>
              </a:defRPr>
            </a:defPPr>
          </a:lstStyle>
          <a:p xmlns:a="http://schemas.openxmlformats.org/drawingml/2006/main">
            <a:pPr>
              <a:defRPr sz="2325" b="0">
                <a:solidFill>
                  <a:srgbClr val="F6EBD3"/>
                </a:solidFill>
                <a:latin typeface="BM EULJIRO TTF"/>
                <a:ea typeface="BM EULJIRO TTF"/>
                <a:cs typeface="BM EULJIRO TTF"/>
              </a:defRPr>
            </a:pPr>
            <a:r>
              <a:rPr sz="2325" b="0">
                <a:solidFill>
                  <a:srgbClr val="F6EBD3"/>
                </a:solidFill>
                <a:latin typeface="BM EULJIRO TTF"/>
                <a:ea typeface="BM EULJIRO TTF"/>
                <a:cs typeface="BM EULJIRO TTF"/>
              </a:rPr>
              <a:t>선곡·재생</a:t>
            </a:r>
          </a:p>
        </p:txBody>
      </p:sp>
      <p:sp>
        <p:nvSpPr>
          <p:cNvPr id="13" name="text-12">
            <a:extLst xmlns:a="http://schemas.openxmlformats.org/drawingml/2006/main">
              <a:ext uri="{FF2B5EF4-FFF2-40B4-BE49-F238E27FC236}">
                <a16:creationId xmlns:a16="http://schemas.microsoft.com/office/drawing/2014/main" id="{34A01A2D-E102-4112-BA48-646DE00D4C63}"/>
              </a:ext>
            </a:extLst>
          </p:cNvPr>
          <p:cNvSpPr>
            <a:spLocks xmlns:a="http://schemas.openxmlformats.org/drawingml/2006/main" noGrp="1"/>
          </p:cNvSpPr>
          <p:nvPr/>
        </p:nvSpPr>
        <p:spPr>
          <a:xfrm xmlns:a="http://schemas.openxmlformats.org/drawingml/2006/main">
            <a:off x="4572000" y="4124325"/>
            <a:ext cx="68484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0">
                <a:solidFill>
                  <a:srgbClr val="F6EBD3"/>
                </a:solidFill>
                <a:latin typeface="Noto Sans KR"/>
                <a:ea typeface="Noto Sans KR"/>
                <a:cs typeface="Noto Sans KR"/>
              </a:defRPr>
            </a:defPPr>
          </a:lstStyle>
          <a:p xmlns:a="http://schemas.openxmlformats.org/drawingml/2006/main">
            <a:pPr>
              <a:defRPr sz="2100" b="0">
                <a:solidFill>
                  <a:srgbClr val="F6EBD3"/>
                </a:solidFill>
                <a:latin typeface="Noto Sans KR"/>
                <a:ea typeface="Noto Sans KR"/>
                <a:cs typeface="Noto Sans KR"/>
              </a:defRPr>
            </a:pPr>
            <a:r>
              <a:rPr sz="2100" b="0">
                <a:solidFill>
                  <a:srgbClr val="F6EBD3"/>
                </a:solidFill>
                <a:latin typeface="Noto Sans KR"/>
                <a:ea typeface="Noto Sans KR"/>
                <a:cs typeface="Noto Sans KR"/>
              </a:rPr>
              <a:t>플레이리스트 순서대로 재생</a:t>
            </a:r>
          </a:p>
        </p:txBody>
      </p:sp>
      <p:sp>
        <p:nvSpPr>
          <p:cNvPr id="14" name="text-13">
            <a:extLst xmlns:a="http://schemas.openxmlformats.org/drawingml/2006/main">
              <a:ext uri="{FF2B5EF4-FFF2-40B4-BE49-F238E27FC236}">
                <a16:creationId xmlns:a16="http://schemas.microsoft.com/office/drawing/2014/main" id="{02FE49AE-E74D-4926-93AA-681FE38E1E28}"/>
              </a:ext>
            </a:extLst>
          </p:cNvPr>
          <p:cNvSpPr>
            <a:spLocks xmlns:a="http://schemas.openxmlformats.org/drawingml/2006/main" noGrp="1"/>
          </p:cNvSpPr>
          <p:nvPr/>
        </p:nvSpPr>
        <p:spPr>
          <a:xfrm xmlns:a="http://schemas.openxmlformats.org/drawingml/2006/main">
            <a:off x="628650" y="4914900"/>
            <a:ext cx="7143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775" b="0">
                <a:solidFill>
                  <a:srgbClr val="D7BB85"/>
                </a:solidFill>
                <a:latin typeface="BM EULJIRO TTF"/>
                <a:ea typeface="BM EULJIRO TTF"/>
                <a:cs typeface="BM EULJIRO TTF"/>
              </a:defRPr>
            </a:defPPr>
          </a:lstStyle>
          <a:p xmlns:a="http://schemas.openxmlformats.org/drawingml/2006/main">
            <a:pPr>
              <a:defRPr sz="2775" b="0">
                <a:solidFill>
                  <a:srgbClr val="D7BB85"/>
                </a:solidFill>
                <a:latin typeface="BM EULJIRO TTF"/>
                <a:ea typeface="BM EULJIRO TTF"/>
                <a:cs typeface="BM EULJIRO TTF"/>
              </a:defRPr>
            </a:pPr>
            <a:r>
              <a:rPr sz="2775" b="0">
                <a:solidFill>
                  <a:srgbClr val="D7BB85"/>
                </a:solidFill>
                <a:latin typeface="BM EULJIRO TTF"/>
                <a:ea typeface="BM EULJIRO TTF"/>
                <a:cs typeface="BM EULJIRO TTF"/>
              </a:rPr>
              <a:t>04</a:t>
            </a:r>
          </a:p>
        </p:txBody>
      </p:sp>
      <p:sp>
        <p:nvSpPr>
          <p:cNvPr id="15" name="text-14">
            <a:extLst xmlns:a="http://schemas.openxmlformats.org/drawingml/2006/main">
              <a:ext uri="{FF2B5EF4-FFF2-40B4-BE49-F238E27FC236}">
                <a16:creationId xmlns:a16="http://schemas.microsoft.com/office/drawing/2014/main" id="{457EC1C5-0A81-4C36-AF4B-62C6273DC12E}"/>
              </a:ext>
            </a:extLst>
          </p:cNvPr>
          <p:cNvSpPr>
            <a:spLocks xmlns:a="http://schemas.openxmlformats.org/drawingml/2006/main" noGrp="1"/>
          </p:cNvSpPr>
          <p:nvPr/>
        </p:nvSpPr>
        <p:spPr>
          <a:xfrm xmlns:a="http://schemas.openxmlformats.org/drawingml/2006/main">
            <a:off x="1571625" y="4914900"/>
            <a:ext cx="27146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325" b="0">
                <a:solidFill>
                  <a:srgbClr val="F6EBD3"/>
                </a:solidFill>
                <a:latin typeface="BM EULJIRO TTF"/>
                <a:ea typeface="BM EULJIRO TTF"/>
                <a:cs typeface="BM EULJIRO TTF"/>
              </a:defRPr>
            </a:defPPr>
          </a:lstStyle>
          <a:p xmlns:a="http://schemas.openxmlformats.org/drawingml/2006/main">
            <a:pPr>
              <a:defRPr sz="2325" b="0">
                <a:solidFill>
                  <a:srgbClr val="F6EBD3"/>
                </a:solidFill>
                <a:latin typeface="BM EULJIRO TTF"/>
                <a:ea typeface="BM EULJIRO TTF"/>
                <a:cs typeface="BM EULJIRO TTF"/>
              </a:defRPr>
            </a:pPr>
            <a:r>
              <a:rPr sz="2325" b="0">
                <a:solidFill>
                  <a:srgbClr val="F6EBD3"/>
                </a:solidFill>
                <a:latin typeface="BM EULJIRO TTF"/>
                <a:ea typeface="BM EULJIRO TTF"/>
                <a:cs typeface="BM EULJIRO TTF"/>
              </a:rPr>
              <a:t>함께 보기</a:t>
            </a:r>
          </a:p>
        </p:txBody>
      </p:sp>
      <p:sp>
        <p:nvSpPr>
          <p:cNvPr id="16" name="text-15">
            <a:extLst xmlns:a="http://schemas.openxmlformats.org/drawingml/2006/main">
              <a:ext uri="{FF2B5EF4-FFF2-40B4-BE49-F238E27FC236}">
                <a16:creationId xmlns:a16="http://schemas.microsoft.com/office/drawing/2014/main" id="{10995CF3-C55D-492F-B2DA-B51D0B272930}"/>
              </a:ext>
            </a:extLst>
          </p:cNvPr>
          <p:cNvSpPr>
            <a:spLocks xmlns:a="http://schemas.openxmlformats.org/drawingml/2006/main" noGrp="1"/>
          </p:cNvSpPr>
          <p:nvPr/>
        </p:nvSpPr>
        <p:spPr>
          <a:xfrm xmlns:a="http://schemas.openxmlformats.org/drawingml/2006/main">
            <a:off x="4572000" y="4943475"/>
            <a:ext cx="68484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0">
                <a:solidFill>
                  <a:srgbClr val="F6EBD3"/>
                </a:solidFill>
                <a:latin typeface="Noto Sans KR"/>
                <a:ea typeface="Noto Sans KR"/>
                <a:cs typeface="Noto Sans KR"/>
              </a:defRPr>
            </a:defPPr>
          </a:lstStyle>
          <a:p xmlns:a="http://schemas.openxmlformats.org/drawingml/2006/main">
            <a:pPr>
              <a:defRPr sz="2100" b="0">
                <a:solidFill>
                  <a:srgbClr val="F6EBD3"/>
                </a:solidFill>
                <a:latin typeface="Noto Sans KR"/>
                <a:ea typeface="Noto Sans KR"/>
                <a:cs typeface="Noto Sans KR"/>
              </a:defRPr>
            </a:pPr>
            <a:r>
              <a:rPr sz="2100" b="0">
                <a:solidFill>
                  <a:srgbClr val="F6EBD3"/>
                </a:solidFill>
                <a:latin typeface="Noto Sans KR"/>
                <a:ea typeface="Noto Sans KR"/>
                <a:cs typeface="Noto Sans KR"/>
              </a:rPr>
              <a:t>DJ 부스에서 지금 곡과 사연을 함께 보기</a:t>
            </a:r>
          </a:p>
        </p:txBody>
      </p:sp>
      <p:sp>
        <p:nvSpPr>
          <p:cNvPr id="17" name="text-16">
            <a:extLst xmlns:a="http://schemas.openxmlformats.org/drawingml/2006/main">
              <a:ext uri="{FF2B5EF4-FFF2-40B4-BE49-F238E27FC236}">
                <a16:creationId xmlns:a16="http://schemas.microsoft.com/office/drawing/2014/main" id="{E641F5CE-ADED-4834-A54A-760D75C1AD1C}"/>
              </a:ext>
            </a:extLst>
          </p:cNvPr>
          <p:cNvSpPr>
            <a:spLocks xmlns:a="http://schemas.openxmlformats.org/drawingml/2006/main" noGrp="1"/>
          </p:cNvSpPr>
          <p:nvPr/>
        </p:nvSpPr>
        <p:spPr>
          <a:xfrm xmlns:a="http://schemas.openxmlformats.org/drawingml/2006/main">
            <a:off x="609600" y="6096000"/>
            <a:ext cx="1066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500" b="0">
                <a:solidFill>
                  <a:srgbClr val="D7BB85"/>
                </a:solidFill>
                <a:latin typeface="Noto Sans KR"/>
                <a:ea typeface="Noto Sans KR"/>
                <a:cs typeface="Noto Sans KR"/>
              </a:defRPr>
            </a:defPPr>
          </a:lstStyle>
          <a:p xmlns:a="http://schemas.openxmlformats.org/drawingml/2006/main">
            <a:pPr>
              <a:defRPr sz="1500" b="0">
                <a:solidFill>
                  <a:srgbClr val="D7BB85"/>
                </a:solidFill>
                <a:latin typeface="Noto Sans KR"/>
                <a:ea typeface="Noto Sans KR"/>
                <a:cs typeface="Noto Sans KR"/>
              </a:defRPr>
            </a:pPr>
            <a:r>
              <a:rPr sz="1500" b="0">
                <a:solidFill>
                  <a:srgbClr val="D7BB85"/>
                </a:solidFill>
                <a:latin typeface="Noto Sans KR"/>
                <a:ea typeface="Noto Sans KR"/>
                <a:cs typeface="Noto Sans KR"/>
              </a:rPr>
              <a:t>시연 경로  /musicbox   /admin/songs   메인 /</a:t>
            </a:r>
          </a:p>
        </p:txBody>
      </p:sp>
    </p:spTree>
    <p:extLst>
      <p:ext uri="{BB962C8B-B14F-4D97-AF65-F5344CB8AC3E}">
        <p14:creationId xmlns:p14="http://schemas.microsoft.com/office/powerpoint/2010/main" val="1980857978"/>
      </p:ext>
    </p:extLst>
  </p:cSld>
</p:sld>
</file>

<file path=ppt/slides/slide14.xml><?xml version="1.0" encoding="utf-8"?>
<p:sld xmlns:p="http://schemas.openxmlformats.org/presentationml/2006/main">
  <p:cSld>
    <p:bg>
      <p:bgPr>
        <a:solidFill xmlns:a="http://schemas.openxmlformats.org/drawingml/2006/main">
          <a:srgbClr val="173F36"/>
        </a:solidFill>
      </p:bgPr>
    </p:b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2E034277-9C11-4E17-93E5-785BFA4F368D}"/>
              </a:ext>
            </a:extLst>
          </p:cNvPr>
          <p:cNvPicPr>
            <a:picLocks xmlns:a="http://schemas.openxmlformats.org/drawingml/2006/main" noChangeAspect="1"/>
          </p:cNvPicPr>
          <p:nvPr/>
        </p:nvPicPr>
        <p:blipFill>
          <a:blip xmlns:r="http://schemas.openxmlformats.org/officeDocument/2006/relationships" xmlns:a="http://schemas.openxmlformats.org/drawingml/2006/main" r:embed="Rb2c03947eb284136"/>
          <a:srcRect xmlns:a="http://schemas.openxmlformats.org/drawingml/2006/main" l="28192" t="0" r="28192" b="0"/>
          <a:stretch xmlns:a="http://schemas.openxmlformats.org/drawingml/2006/main">
            <a:fillRect l="0" t="0" r="0" b="0"/>
          </a:stretch>
        </p:blipFill>
        <p:spPr>
          <a:xfrm xmlns:a="http://schemas.openxmlformats.org/drawingml/2006/main">
            <a:off x="6877050" y="0"/>
            <a:ext cx="5314950" cy="6858000"/>
          </a:xfrm>
          <a:prstGeom xmlns:a="http://schemas.openxmlformats.org/drawingml/2006/main" prst="rect">
            <a:avLst/>
          </a:prstGeom>
        </p:spPr>
      </p:pic>
      <p:sp>
        <p:nvSpPr>
          <p:cNvPr id="2" name="contrast-background">
            <a:extLst xmlns:a="http://schemas.openxmlformats.org/drawingml/2006/main">
              <a:ext uri="{FF2B5EF4-FFF2-40B4-BE49-F238E27FC236}">
                <a16:creationId xmlns:a16="http://schemas.microsoft.com/office/drawing/2014/main" id="{88BC70CE-CBA6-4ACE-A369-525E6E53686A}"/>
              </a:ext>
            </a:extLst>
          </p:cNvPr>
          <p:cNvSpPr>
            <a:spLocks xmlns:a="http://schemas.openxmlformats.org/drawingml/2006/main" noGrp="1"/>
          </p:cNvSpPr>
          <p:nvPr/>
        </p:nvSpPr>
        <p:spPr>
          <a:xfrm xmlns:a="http://schemas.openxmlformats.org/drawingml/2006/main">
            <a:off x="0" y="0"/>
            <a:ext cx="8096250" cy="6858000"/>
          </a:xfrm>
          <a:prstGeom xmlns:a="http://schemas.openxmlformats.org/drawingml/2006/main" prst="rect">
            <a:avLst/>
          </a:prstGeom>
          <a:gradFill xmlns:a="http://schemas.openxmlformats.org/drawingml/2006/main">
            <a:gsLst>
              <a:gs pos="0">
                <a:srgbClr val="173F36"/>
              </a:gs>
              <a:gs pos="78000">
                <a:srgbClr val="173F36"/>
              </a:gs>
              <a:gs pos="100000">
                <a:srgbClr val="173F36">
                  <a:alpha val="0"/>
                </a:srgbClr>
              </a:gs>
            </a:gsLst>
            <a:lin ang="0"/>
          </a:gradFill>
          <a:ln xmlns:a="http://schemas.openxmlformats.org/drawingml/2006/main" w="0">
            <a:noFill/>
            <a:prstDash val="solid"/>
          </a:ln>
        </p:spPr>
      </p:sp>
      <p:sp>
        <p:nvSpPr>
          <p:cNvPr id="3" name="text-1">
            <a:extLst xmlns:a="http://schemas.openxmlformats.org/drawingml/2006/main">
              <a:ext uri="{FF2B5EF4-FFF2-40B4-BE49-F238E27FC236}">
                <a16:creationId xmlns:a16="http://schemas.microsoft.com/office/drawing/2014/main" id="{BAAEC595-0FC6-43CC-B034-0C172A56632C}"/>
              </a:ext>
            </a:extLst>
          </p:cNvPr>
          <p:cNvSpPr>
            <a:spLocks xmlns:a="http://schemas.openxmlformats.org/drawingml/2006/main" noGrp="1"/>
          </p:cNvSpPr>
          <p:nvPr/>
        </p:nvSpPr>
        <p:spPr>
          <a:xfrm xmlns:a="http://schemas.openxmlformats.org/drawingml/2006/main">
            <a:off x="609600" y="952500"/>
            <a:ext cx="72390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9600" b="0">
                <a:solidFill>
                  <a:srgbClr val="F6EBD3"/>
                </a:solidFill>
                <a:latin typeface="BM EULJIRO TTF"/>
                <a:ea typeface="BM EULJIRO TTF"/>
                <a:cs typeface="BM EULJIRO TTF"/>
              </a:defRPr>
            </a:defPPr>
          </a:lstStyle>
          <a:p xmlns:a="http://schemas.openxmlformats.org/drawingml/2006/main">
            <a:pPr>
              <a:defRPr sz="9600" b="0">
                <a:solidFill>
                  <a:srgbClr val="F6EBD3"/>
                </a:solidFill>
                <a:latin typeface="BM EULJIRO TTF"/>
                <a:ea typeface="BM EULJIRO TTF"/>
                <a:cs typeface="BM EULJIRO TTF"/>
              </a:defRPr>
            </a:pPr>
            <a:r>
              <a:rPr sz="9600" b="0">
                <a:solidFill>
                  <a:srgbClr val="F6EBD3"/>
                </a:solidFill>
                <a:latin typeface="BM EULJIRO TTF"/>
                <a:ea typeface="BM EULJIRO TTF"/>
                <a:cs typeface="BM EULJIRO TTF"/>
              </a:rPr>
              <a:t>QnA</a:t>
            </a:r>
          </a:p>
        </p:txBody>
      </p:sp>
      <p:sp>
        <p:nvSpPr>
          <p:cNvPr id="4" name="text-2">
            <a:extLst xmlns:a="http://schemas.openxmlformats.org/drawingml/2006/main">
              <a:ext uri="{FF2B5EF4-FFF2-40B4-BE49-F238E27FC236}">
                <a16:creationId xmlns:a16="http://schemas.microsoft.com/office/drawing/2014/main" id="{F9BC0C4A-4DD7-4669-A1DF-F71FC9B3551A}"/>
              </a:ext>
            </a:extLst>
          </p:cNvPr>
          <p:cNvSpPr>
            <a:spLocks xmlns:a="http://schemas.openxmlformats.org/drawingml/2006/main" noGrp="1"/>
          </p:cNvSpPr>
          <p:nvPr/>
        </p:nvSpPr>
        <p:spPr>
          <a:xfrm xmlns:a="http://schemas.openxmlformats.org/drawingml/2006/main">
            <a:off x="647700" y="3162300"/>
            <a:ext cx="672465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150" b="0">
                <a:solidFill>
                  <a:srgbClr val="F6EBD3"/>
                </a:solidFill>
                <a:latin typeface="Noto Sans KR"/>
                <a:ea typeface="Noto Sans KR"/>
                <a:cs typeface="Noto Sans KR"/>
              </a:defRPr>
            </a:defPPr>
          </a:lstStyle>
          <a:p xmlns:a="http://schemas.openxmlformats.org/drawingml/2006/main">
            <a:pPr>
              <a:defRPr sz="3150" b="0">
                <a:solidFill>
                  <a:srgbClr val="F6EBD3"/>
                </a:solidFill>
                <a:latin typeface="Noto Sans KR"/>
                <a:ea typeface="Noto Sans KR"/>
                <a:cs typeface="Noto Sans KR"/>
              </a:defRPr>
            </a:pPr>
            <a:r>
              <a:rPr sz="3150" b="0">
                <a:solidFill>
                  <a:srgbClr val="F6EBD3"/>
                </a:solidFill>
                <a:latin typeface="Noto Sans KR"/>
                <a:ea typeface="Noto Sans KR"/>
                <a:cs typeface="Noto Sans KR"/>
              </a:rPr>
              <a:t>삼다방에 대해</a:t>
            </a:r>
          </a:p>
          <a:p xmlns:a="http://schemas.openxmlformats.org/drawingml/2006/main">
            <a:pPr>
              <a:defRPr sz="3150" b="0">
                <a:solidFill>
                  <a:srgbClr val="F6EBD3"/>
                </a:solidFill>
                <a:latin typeface="Noto Sans KR"/>
                <a:ea typeface="Noto Sans KR"/>
                <a:cs typeface="Noto Sans KR"/>
              </a:defRPr>
            </a:pPr>
            <a:r>
              <a:rPr sz="3150" b="0">
                <a:solidFill>
                  <a:srgbClr val="F6EBD3"/>
                </a:solidFill>
                <a:latin typeface="Noto Sans KR"/>
                <a:ea typeface="Noto Sans KR"/>
                <a:cs typeface="Noto Sans KR"/>
              </a:rPr>
              <a:t>궁금한 점을 말씀해 주세요</a:t>
            </a:r>
          </a:p>
        </p:txBody>
      </p:sp>
      <p:sp>
        <p:nvSpPr>
          <p:cNvPr id="5" name="text-3">
            <a:extLst xmlns:a="http://schemas.openxmlformats.org/drawingml/2006/main">
              <a:ext uri="{FF2B5EF4-FFF2-40B4-BE49-F238E27FC236}">
                <a16:creationId xmlns:a16="http://schemas.microsoft.com/office/drawing/2014/main" id="{ADD0C32E-5B25-4B60-916C-EC6D87292E4E}"/>
              </a:ext>
            </a:extLst>
          </p:cNvPr>
          <p:cNvSpPr>
            <a:spLocks xmlns:a="http://schemas.openxmlformats.org/drawingml/2006/main" noGrp="1"/>
          </p:cNvSpPr>
          <p:nvPr/>
        </p:nvSpPr>
        <p:spPr>
          <a:xfrm xmlns:a="http://schemas.openxmlformats.org/drawingml/2006/main">
            <a:off x="666750" y="4914900"/>
            <a:ext cx="638175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950" b="0">
                <a:solidFill>
                  <a:srgbClr val="D7BB85"/>
                </a:solidFill>
                <a:latin typeface="Noto Sans KR"/>
                <a:ea typeface="Noto Sans KR"/>
                <a:cs typeface="Noto Sans KR"/>
              </a:defRPr>
            </a:defPPr>
          </a:lstStyle>
          <a:p xmlns:a="http://schemas.openxmlformats.org/drawingml/2006/main">
            <a:pPr>
              <a:defRPr sz="1950" b="0">
                <a:solidFill>
                  <a:srgbClr val="D7BB85"/>
                </a:solidFill>
                <a:latin typeface="Noto Sans KR"/>
                <a:ea typeface="Noto Sans KR"/>
                <a:cs typeface="Noto Sans KR"/>
              </a:defRPr>
            </a:pPr>
            <a:r>
              <a:rPr sz="1950" b="0">
                <a:solidFill>
                  <a:srgbClr val="D7BB85"/>
                </a:solidFill>
                <a:latin typeface="Noto Sans KR"/>
                <a:ea typeface="Noto Sans KR"/>
                <a:cs typeface="Noto Sans KR"/>
              </a:rPr>
              <a:t>뮤직박스 기획 의도</a:t>
            </a:r>
          </a:p>
          <a:p xmlns:a="http://schemas.openxmlformats.org/drawingml/2006/main">
            <a:pPr>
              <a:defRPr sz="1950" b="0">
                <a:solidFill>
                  <a:srgbClr val="D7BB85"/>
                </a:solidFill>
                <a:latin typeface="Noto Sans KR"/>
                <a:ea typeface="Noto Sans KR"/>
                <a:cs typeface="Noto Sans KR"/>
              </a:defRPr>
            </a:pPr>
            <a:r>
              <a:rPr sz="1950" b="0">
                <a:solidFill>
                  <a:srgbClr val="D7BB85"/>
                </a:solidFill>
                <a:latin typeface="Noto Sans KR"/>
                <a:ea typeface="Noto Sans KR"/>
                <a:cs typeface="Noto Sans KR"/>
              </a:rPr>
              <a:t>신청부터 재생까지의 흐름</a:t>
            </a:r>
          </a:p>
          <a:p xmlns:a="http://schemas.openxmlformats.org/drawingml/2006/main">
            <a:pPr>
              <a:defRPr sz="1950" b="0">
                <a:solidFill>
                  <a:srgbClr val="D7BB85"/>
                </a:solidFill>
                <a:latin typeface="Noto Sans KR"/>
                <a:ea typeface="Noto Sans KR"/>
                <a:cs typeface="Noto Sans KR"/>
              </a:defRPr>
            </a:pPr>
            <a:r>
              <a:rPr sz="1950" b="0">
                <a:solidFill>
                  <a:srgbClr val="D7BB85"/>
                </a:solidFill>
                <a:latin typeface="Noto Sans KR"/>
                <a:ea typeface="Noto Sans KR"/>
                <a:cs typeface="Noto Sans KR"/>
              </a:rPr>
              <a:t>현재 구현 범위와 향후 계획</a:t>
            </a:r>
          </a:p>
        </p:txBody>
      </p:sp>
    </p:spTree>
    <p:extLst>
      <p:ext uri="{BB962C8B-B14F-4D97-AF65-F5344CB8AC3E}">
        <p14:creationId xmlns:p14="http://schemas.microsoft.com/office/powerpoint/2010/main" val="1508849074"/>
      </p:ext>
    </p:extLst>
  </p:cSld>
</p:sld>
</file>

<file path=ppt/slides/slide15.xml><?xml version="1.0" encoding="utf-8"?>
<p:sld xmlns:p="http://schemas.openxmlformats.org/presentationml/2006/main">
  <p:cSld>
    <p:bg>
      <p:bgPr>
        <a:solidFill xmlns:a="http://schemas.openxmlformats.org/drawingml/2006/main">
          <a:srgbClr val="F6EBD3"/>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AC90F849-201F-4372-A8BE-1003984770F7}"/>
              </a:ext>
            </a:extLst>
          </p:cNvPr>
          <p:cNvPicPr>
            <a:picLocks xmlns:a="http://schemas.openxmlformats.org/drawingml/2006/main" noChangeAspect="1"/>
          </p:cNvPicPr>
          <p:nvPr/>
        </p:nvPicPr>
        <p:blipFill>
          <a:blip xmlns:r="http://schemas.openxmlformats.org/officeDocument/2006/relationships" xmlns:a="http://schemas.openxmlformats.org/drawingml/2006/main" r:embed="R3a3d6d5282e540ca"/>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contrast-background">
            <a:extLst xmlns:a="http://schemas.openxmlformats.org/drawingml/2006/main">
              <a:ext uri="{FF2B5EF4-FFF2-40B4-BE49-F238E27FC236}">
                <a16:creationId xmlns:a16="http://schemas.microsoft.com/office/drawing/2014/main" id="{EB247297-361E-47FE-BCC1-6C6075F9990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12E28">
              <a:alpha val="78000"/>
            </a:srgbClr>
          </a:solidFill>
          <a:ln xmlns:a="http://schemas.openxmlformats.org/drawingml/2006/main" w="0">
            <a:noFill/>
            <a:prstDash val="solid"/>
          </a:ln>
        </p:spPr>
      </p:sp>
      <p:sp>
        <p:nvSpPr>
          <p:cNvPr id="3" name="text-1">
            <a:extLst xmlns:a="http://schemas.openxmlformats.org/drawingml/2006/main">
              <a:ext uri="{FF2B5EF4-FFF2-40B4-BE49-F238E27FC236}">
                <a16:creationId xmlns:a16="http://schemas.microsoft.com/office/drawing/2014/main" id="{930F40AD-352E-4D01-8A2E-E5F1028A07FB}"/>
              </a:ext>
            </a:extLst>
          </p:cNvPr>
          <p:cNvSpPr>
            <a:spLocks xmlns:a="http://schemas.openxmlformats.org/drawingml/2006/main" noGrp="1"/>
          </p:cNvSpPr>
          <p:nvPr/>
        </p:nvSpPr>
        <p:spPr>
          <a:xfrm xmlns:a="http://schemas.openxmlformats.org/drawingml/2006/main">
            <a:off x="619125" y="647700"/>
            <a:ext cx="6667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4500" b="0">
                <a:solidFill>
                  <a:srgbClr val="D7BB85"/>
                </a:solidFill>
                <a:latin typeface="BM EULJIRO TTF"/>
                <a:ea typeface="BM EULJIRO TTF"/>
                <a:cs typeface="BM EULJIRO TTF"/>
              </a:defRPr>
            </a:defPPr>
          </a:lstStyle>
          <a:p xmlns:a="http://schemas.openxmlformats.org/drawingml/2006/main">
            <a:pPr>
              <a:defRPr sz="4500" b="0">
                <a:solidFill>
                  <a:srgbClr val="D7BB85"/>
                </a:solidFill>
                <a:latin typeface="BM EULJIRO TTF"/>
                <a:ea typeface="BM EULJIRO TTF"/>
                <a:cs typeface="BM EULJIRO TTF"/>
              </a:defRPr>
            </a:pPr>
            <a:r>
              <a:rPr sz="4500" b="0">
                <a:solidFill>
                  <a:srgbClr val="D7BB85"/>
                </a:solidFill>
                <a:latin typeface="BM EULJIRO TTF"/>
                <a:ea typeface="BM EULJIRO TTF"/>
                <a:cs typeface="BM EULJIRO TTF"/>
              </a:rPr>
              <a:t>삼다방</a:t>
            </a:r>
          </a:p>
        </p:txBody>
      </p:sp>
      <p:sp>
        <p:nvSpPr>
          <p:cNvPr id="4" name="text-2">
            <a:extLst xmlns:a="http://schemas.openxmlformats.org/drawingml/2006/main">
              <a:ext uri="{FF2B5EF4-FFF2-40B4-BE49-F238E27FC236}">
                <a16:creationId xmlns:a16="http://schemas.microsoft.com/office/drawing/2014/main" id="{52E6E456-C5F3-4B76-9BEC-B857B890CC82}"/>
              </a:ext>
            </a:extLst>
          </p:cNvPr>
          <p:cNvSpPr>
            <a:spLocks xmlns:a="http://schemas.openxmlformats.org/drawingml/2006/main" noGrp="1"/>
          </p:cNvSpPr>
          <p:nvPr/>
        </p:nvSpPr>
        <p:spPr>
          <a:xfrm xmlns:a="http://schemas.openxmlformats.org/drawingml/2006/main">
            <a:off x="619125" y="2200275"/>
            <a:ext cx="11049000" cy="1733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9600" b="0">
                <a:solidFill>
                  <a:srgbClr val="F6EBD3"/>
                </a:solidFill>
                <a:latin typeface="BM EULJIRO TTF"/>
                <a:ea typeface="BM EULJIRO TTF"/>
                <a:cs typeface="BM EULJIRO TTF"/>
              </a:defRPr>
            </a:defPPr>
          </a:lstStyle>
          <a:p xmlns:a="http://schemas.openxmlformats.org/drawingml/2006/main">
            <a:pPr>
              <a:defRPr sz="9600" b="0">
                <a:solidFill>
                  <a:srgbClr val="F6EBD3"/>
                </a:solidFill>
                <a:latin typeface="BM EULJIRO TTF"/>
                <a:ea typeface="BM EULJIRO TTF"/>
                <a:cs typeface="BM EULJIRO TTF"/>
              </a:defRPr>
            </a:pPr>
            <a:r>
              <a:rPr sz="9600" b="0">
                <a:solidFill>
                  <a:srgbClr val="F6EBD3"/>
                </a:solidFill>
                <a:latin typeface="BM EULJIRO TTF"/>
                <a:ea typeface="BM EULJIRO TTF"/>
                <a:cs typeface="BM EULJIRO TTF"/>
              </a:rPr>
              <a:t>감사합니다</a:t>
            </a:r>
          </a:p>
        </p:txBody>
      </p:sp>
      <p:sp>
        <p:nvSpPr>
          <p:cNvPr id="5" name="text-3">
            <a:extLst xmlns:a="http://schemas.openxmlformats.org/drawingml/2006/main">
              <a:ext uri="{FF2B5EF4-FFF2-40B4-BE49-F238E27FC236}">
                <a16:creationId xmlns:a16="http://schemas.microsoft.com/office/drawing/2014/main" id="{8CE2BD7B-4E80-49FA-AD1D-50BD09DB4F47}"/>
              </a:ext>
            </a:extLst>
          </p:cNvPr>
          <p:cNvSpPr>
            <a:spLocks xmlns:a="http://schemas.openxmlformats.org/drawingml/2006/main" noGrp="1"/>
          </p:cNvSpPr>
          <p:nvPr/>
        </p:nvSpPr>
        <p:spPr>
          <a:xfrm xmlns:a="http://schemas.openxmlformats.org/drawingml/2006/main">
            <a:off x="685800" y="4381500"/>
            <a:ext cx="102870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550" b="0">
                <a:solidFill>
                  <a:srgbClr val="F6EBD3"/>
                </a:solidFill>
                <a:latin typeface="Noto Sans KR"/>
                <a:ea typeface="Noto Sans KR"/>
                <a:cs typeface="Noto Sans KR"/>
              </a:defRPr>
            </a:defPPr>
          </a:lstStyle>
          <a:p xmlns:a="http://schemas.openxmlformats.org/drawingml/2006/main">
            <a:pPr>
              <a:defRPr sz="2550" b="0">
                <a:solidFill>
                  <a:srgbClr val="F6EBD3"/>
                </a:solidFill>
                <a:latin typeface="Noto Sans KR"/>
                <a:ea typeface="Noto Sans KR"/>
                <a:cs typeface="Noto Sans KR"/>
              </a:defRPr>
            </a:pPr>
            <a:r>
              <a:rPr sz="2550" b="0">
                <a:solidFill>
                  <a:srgbClr val="F6EBD3"/>
                </a:solidFill>
                <a:latin typeface="Noto Sans KR"/>
                <a:ea typeface="Noto Sans KR"/>
                <a:cs typeface="Noto Sans KR"/>
              </a:rPr>
              <a:t>듣고 싶은 노래에 사연을 더하는 뮤직박스</a:t>
            </a:r>
          </a:p>
          <a:p xmlns:a="http://schemas.openxmlformats.org/drawingml/2006/main">
            <a:pPr>
              <a:defRPr sz="2550" b="0">
                <a:solidFill>
                  <a:srgbClr val="F6EBD3"/>
                </a:solidFill>
                <a:latin typeface="Noto Sans KR"/>
                <a:ea typeface="Noto Sans KR"/>
                <a:cs typeface="Noto Sans KR"/>
              </a:defRPr>
            </a:pPr>
            <a:r>
              <a:rPr sz="2550" b="0">
                <a:solidFill>
                  <a:srgbClr val="F6EBD3"/>
                </a:solidFill>
                <a:latin typeface="Noto Sans KR"/>
                <a:ea typeface="Noto Sans KR"/>
                <a:cs typeface="Noto Sans KR"/>
              </a:rPr>
              <a:t>함께 듣고 함께 읽는 다방의 분위기</a:t>
            </a:r>
          </a:p>
        </p:txBody>
      </p:sp>
      <p:sp>
        <p:nvSpPr>
          <p:cNvPr id="6" name="text-4">
            <a:extLst xmlns:a="http://schemas.openxmlformats.org/drawingml/2006/main">
              <a:ext uri="{FF2B5EF4-FFF2-40B4-BE49-F238E27FC236}">
                <a16:creationId xmlns:a16="http://schemas.microsoft.com/office/drawing/2014/main" id="{077AC1E9-85A5-42B6-BD2D-DF6AD8182994}"/>
              </a:ext>
            </a:extLst>
          </p:cNvPr>
          <p:cNvSpPr>
            <a:spLocks xmlns:a="http://schemas.openxmlformats.org/drawingml/2006/main" noGrp="1"/>
          </p:cNvSpPr>
          <p:nvPr/>
        </p:nvSpPr>
        <p:spPr>
          <a:xfrm xmlns:a="http://schemas.openxmlformats.org/drawingml/2006/main">
            <a:off x="685800" y="6115050"/>
            <a:ext cx="666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650" b="0">
                <a:solidFill>
                  <a:srgbClr val="D7BB85"/>
                </a:solidFill>
                <a:latin typeface="Noto Sans KR"/>
                <a:ea typeface="Noto Sans KR"/>
                <a:cs typeface="Noto Sans KR"/>
              </a:defRPr>
            </a:defPPr>
          </a:lstStyle>
          <a:p xmlns:a="http://schemas.openxmlformats.org/drawingml/2006/main">
            <a:pPr>
              <a:defRPr sz="1650" b="0">
                <a:solidFill>
                  <a:srgbClr val="D7BB85"/>
                </a:solidFill>
                <a:latin typeface="Noto Sans KR"/>
                <a:ea typeface="Noto Sans KR"/>
                <a:cs typeface="Noto Sans KR"/>
              </a:defRPr>
            </a:pPr>
            <a:r>
              <a:rPr sz="1650" b="0">
                <a:solidFill>
                  <a:srgbClr val="D7BB85"/>
                </a:solidFill>
                <a:latin typeface="Noto Sans KR"/>
                <a:ea typeface="Noto Sans KR"/>
                <a:cs typeface="Noto Sans KR"/>
              </a:rPr>
              <a:t>3조 프로젝트 발표</a:t>
            </a:r>
          </a:p>
        </p:txBody>
      </p:sp>
    </p:spTree>
    <p:extLst>
      <p:ext uri="{BB962C8B-B14F-4D97-AF65-F5344CB8AC3E}">
        <p14:creationId xmlns:p14="http://schemas.microsoft.com/office/powerpoint/2010/main" val="360633205"/>
      </p:ext>
    </p:extLst>
  </p:cSld>
</p:sld>
</file>

<file path=ppt/slides/slide16.xml><?xml version="1.0" encoding="utf-8"?>
<p:sld xmlns:p="http://schemas.openxmlformats.org/presentationml/2006/main">
  <p:cSld>
    <p:bg>
      <p:bgPr>
        <a:solidFill xmlns:a="http://schemas.openxmlformats.org/drawingml/2006/main">
          <a:srgbClr val="F6EBD3"/>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6A91DDEC-483F-4BC7-9F2C-F1BA40081D8F}"/>
              </a:ext>
            </a:extLst>
          </p:cNvPr>
          <p:cNvPicPr>
            <a:picLocks xmlns:a="http://schemas.openxmlformats.org/drawingml/2006/main" noChangeAspect="1"/>
          </p:cNvPicPr>
          <p:nvPr/>
        </p:nvPicPr>
        <p:blipFill>
          <a:blip xmlns:r="http://schemas.openxmlformats.org/officeDocument/2006/relationships" xmlns:a="http://schemas.openxmlformats.org/drawingml/2006/main" r:embed="Rc74582dcc80c47be"/>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contrast-background">
            <a:extLst xmlns:a="http://schemas.openxmlformats.org/drawingml/2006/main">
              <a:ext uri="{FF2B5EF4-FFF2-40B4-BE49-F238E27FC236}">
                <a16:creationId xmlns:a16="http://schemas.microsoft.com/office/drawing/2014/main" id="{600B8ACF-E486-44CA-BD3D-951B724A7B0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gradFill xmlns:a="http://schemas.openxmlformats.org/drawingml/2006/main">
            <a:gsLst>
              <a:gs pos="0">
                <a:srgbClr val="112E28">
                  <a:alpha val="96000"/>
                </a:srgbClr>
              </a:gs>
              <a:gs pos="48000">
                <a:srgbClr val="112E28">
                  <a:alpha val="84000"/>
                </a:srgbClr>
              </a:gs>
              <a:gs pos="100000">
                <a:srgbClr val="112E28">
                  <a:alpha val="22000"/>
                </a:srgbClr>
              </a:gs>
            </a:gsLst>
            <a:lin ang="0"/>
          </a:gradFill>
          <a:ln xmlns:a="http://schemas.openxmlformats.org/drawingml/2006/main" w="0">
            <a:noFill/>
            <a:prstDash val="solid"/>
          </a:ln>
        </p:spPr>
      </p:sp>
      <p:sp>
        <p:nvSpPr>
          <p:cNvPr id="3" name="text-1">
            <a:extLst xmlns:a="http://schemas.openxmlformats.org/drawingml/2006/main">
              <a:ext uri="{FF2B5EF4-FFF2-40B4-BE49-F238E27FC236}">
                <a16:creationId xmlns:a16="http://schemas.microsoft.com/office/drawing/2014/main" id="{2AED74ED-EA97-4BD7-AE9F-7C0AB91CAA75}"/>
              </a:ext>
            </a:extLst>
          </p:cNvPr>
          <p:cNvSpPr>
            <a:spLocks xmlns:a="http://schemas.openxmlformats.org/drawingml/2006/main" noGrp="1"/>
          </p:cNvSpPr>
          <p:nvPr/>
        </p:nvSpPr>
        <p:spPr>
          <a:xfrm xmlns:a="http://schemas.openxmlformats.org/drawingml/2006/main">
            <a:off x="609600" y="342900"/>
            <a:ext cx="438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275" b="1">
                <a:solidFill>
                  <a:srgbClr val="D7BB85"/>
                </a:solidFill>
                <a:latin typeface="Noto Sans KR"/>
                <a:ea typeface="Noto Sans KR"/>
                <a:cs typeface="Noto Sans KR"/>
              </a:defRPr>
            </a:defPPr>
          </a:lstStyle>
          <a:p xmlns:a="http://schemas.openxmlformats.org/drawingml/2006/main">
            <a:pPr>
              <a:defRPr sz="1275" b="1">
                <a:solidFill>
                  <a:srgbClr val="D7BB85"/>
                </a:solidFill>
                <a:latin typeface="Noto Sans KR"/>
                <a:ea typeface="Noto Sans KR"/>
                <a:cs typeface="Noto Sans KR"/>
              </a:defRPr>
            </a:pPr>
            <a:r>
              <a:rPr sz="1275" b="1">
                <a:solidFill>
                  <a:srgbClr val="D7BB85"/>
                </a:solidFill>
                <a:latin typeface="Noto Sans KR"/>
                <a:ea typeface="Noto Sans KR"/>
                <a:cs typeface="Noto Sans KR"/>
              </a:rPr>
              <a:t>SAM DABANG</a:t>
            </a:r>
          </a:p>
        </p:txBody>
      </p:sp>
      <p:sp>
        <p:nvSpPr>
          <p:cNvPr id="4" name="text-2">
            <a:extLst xmlns:a="http://schemas.openxmlformats.org/drawingml/2006/main">
              <a:ext uri="{FF2B5EF4-FFF2-40B4-BE49-F238E27FC236}">
                <a16:creationId xmlns:a16="http://schemas.microsoft.com/office/drawing/2014/main" id="{E8A8437C-AF95-4DAB-90F5-099F53219A93}"/>
              </a:ext>
            </a:extLst>
          </p:cNvPr>
          <p:cNvSpPr>
            <a:spLocks xmlns:a="http://schemas.openxmlformats.org/drawingml/2006/main" noGrp="1"/>
          </p:cNvSpPr>
          <p:nvPr/>
        </p:nvSpPr>
        <p:spPr>
          <a:xfrm xmlns:a="http://schemas.openxmlformats.org/drawingml/2006/main">
            <a:off x="609600" y="800100"/>
            <a:ext cx="10382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900" b="0">
                <a:solidFill>
                  <a:srgbClr val="F6EBD3"/>
                </a:solidFill>
                <a:latin typeface="BM EULJIRO TTF"/>
                <a:ea typeface="BM EULJIRO TTF"/>
                <a:cs typeface="BM EULJIRO TTF"/>
              </a:defRPr>
            </a:defPPr>
          </a:lstStyle>
          <a:p xmlns:a="http://schemas.openxmlformats.org/drawingml/2006/main">
            <a:pPr>
              <a:defRPr sz="3900" b="0">
                <a:solidFill>
                  <a:srgbClr val="F6EBD3"/>
                </a:solidFill>
                <a:latin typeface="BM EULJIRO TTF"/>
                <a:ea typeface="BM EULJIRO TTF"/>
                <a:cs typeface="BM EULJIRO TTF"/>
              </a:defRPr>
            </a:pPr>
            <a:r>
              <a:rPr sz="3900" b="0">
                <a:solidFill>
                  <a:srgbClr val="F6EBD3"/>
                </a:solidFill>
                <a:latin typeface="BM EULJIRO TTF"/>
                <a:ea typeface="BM EULJIRO TTF"/>
                <a:cs typeface="BM EULJIRO TTF"/>
              </a:rPr>
              <a:t>실제 시연</a:t>
            </a:r>
          </a:p>
        </p:txBody>
      </p:sp>
      <p:sp>
        <p:nvSpPr>
          <p:cNvPr id="5" name="text-3">
            <a:extLst xmlns:a="http://schemas.openxmlformats.org/drawingml/2006/main">
              <a:ext uri="{FF2B5EF4-FFF2-40B4-BE49-F238E27FC236}">
                <a16:creationId xmlns:a16="http://schemas.microsoft.com/office/drawing/2014/main" id="{A152916B-1779-49EE-B8B0-D367568863DC}"/>
              </a:ext>
            </a:extLst>
          </p:cNvPr>
          <p:cNvSpPr>
            <a:spLocks xmlns:a="http://schemas.openxmlformats.org/drawingml/2006/main" noGrp="1"/>
          </p:cNvSpPr>
          <p:nvPr/>
        </p:nvSpPr>
        <p:spPr>
          <a:xfrm xmlns:a="http://schemas.openxmlformats.org/drawingml/2006/main">
            <a:off x="10953750" y="361950"/>
            <a:ext cx="6191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0">
                <a:solidFill>
                  <a:srgbClr val="D7BB85"/>
                </a:solidFill>
                <a:latin typeface="BM EULJIRO TTF"/>
                <a:ea typeface="BM EULJIRO TTF"/>
                <a:cs typeface="BM EULJIRO TTF"/>
              </a:defRPr>
            </a:defPPr>
          </a:lstStyle>
          <a:p xmlns:a="http://schemas.openxmlformats.org/drawingml/2006/main">
            <a:pPr>
              <a:defRPr sz="2100" b="0">
                <a:solidFill>
                  <a:srgbClr val="D7BB85"/>
                </a:solidFill>
                <a:latin typeface="BM EULJIRO TTF"/>
                <a:ea typeface="BM EULJIRO TTF"/>
                <a:cs typeface="BM EULJIRO TTF"/>
              </a:defRPr>
            </a:pPr>
            <a:r>
              <a:rPr sz="2100" b="0">
                <a:solidFill>
                  <a:srgbClr val="D7BB85"/>
                </a:solidFill>
                <a:latin typeface="BM EULJIRO TTF"/>
                <a:ea typeface="BM EULJIRO TTF"/>
                <a:cs typeface="BM EULJIRO TTF"/>
              </a:rPr>
              <a:t>08</a:t>
            </a:r>
          </a:p>
        </p:txBody>
      </p:sp>
      <p:sp>
        <p:nvSpPr>
          <p:cNvPr id="6" name="text-4">
            <a:extLst xmlns:a="http://schemas.openxmlformats.org/drawingml/2006/main">
              <a:ext uri="{FF2B5EF4-FFF2-40B4-BE49-F238E27FC236}">
                <a16:creationId xmlns:a16="http://schemas.microsoft.com/office/drawing/2014/main" id="{2E5907DC-6302-49B0-B38A-37C596C5684B}"/>
              </a:ext>
            </a:extLst>
          </p:cNvPr>
          <p:cNvSpPr>
            <a:spLocks xmlns:a="http://schemas.openxmlformats.org/drawingml/2006/main" noGrp="1"/>
          </p:cNvSpPr>
          <p:nvPr/>
        </p:nvSpPr>
        <p:spPr>
          <a:xfrm xmlns:a="http://schemas.openxmlformats.org/drawingml/2006/main">
            <a:off x="609600" y="2190750"/>
            <a:ext cx="9239250" cy="1400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4350" b="0">
                <a:solidFill>
                  <a:srgbClr val="F6EBD3"/>
                </a:solidFill>
                <a:latin typeface="BM EULJIRO TTF"/>
                <a:ea typeface="BM EULJIRO TTF"/>
                <a:cs typeface="BM EULJIRO TTF"/>
              </a:defRPr>
            </a:defPPr>
          </a:lstStyle>
          <a:p xmlns:a="http://schemas.openxmlformats.org/drawingml/2006/main">
            <a:pPr>
              <a:defRPr sz="4350" b="0">
                <a:solidFill>
                  <a:srgbClr val="F6EBD3"/>
                </a:solidFill>
                <a:latin typeface="BM EULJIRO TTF"/>
                <a:ea typeface="BM EULJIRO TTF"/>
                <a:cs typeface="BM EULJIRO TTF"/>
              </a:defRPr>
            </a:pPr>
            <a:r>
              <a:rPr sz="4350" b="0">
                <a:solidFill>
                  <a:srgbClr val="F6EBD3"/>
                </a:solidFill>
                <a:latin typeface="BM EULJIRO TTF"/>
                <a:ea typeface="BM EULJIRO TTF"/>
                <a:cs typeface="BM EULJIRO TTF"/>
              </a:rPr>
              <a:t>한 곡을 신청하고</a:t>
            </a:r>
          </a:p>
          <a:p xmlns:a="http://schemas.openxmlformats.org/drawingml/2006/main">
            <a:pPr>
              <a:defRPr sz="4350" b="0">
                <a:solidFill>
                  <a:srgbClr val="F6EBD3"/>
                </a:solidFill>
                <a:latin typeface="BM EULJIRO TTF"/>
                <a:ea typeface="BM EULJIRO TTF"/>
                <a:cs typeface="BM EULJIRO TTF"/>
              </a:defRPr>
            </a:pPr>
            <a:r>
              <a:rPr sz="4350" b="0">
                <a:solidFill>
                  <a:srgbClr val="F6EBD3"/>
                </a:solidFill>
                <a:latin typeface="BM EULJIRO TTF"/>
                <a:ea typeface="BM EULJIRO TTF"/>
                <a:cs typeface="BM EULJIRO TTF"/>
              </a:rPr>
              <a:t>함께 듣기까지</a:t>
            </a:r>
          </a:p>
        </p:txBody>
      </p:sp>
      <p:sp>
        <p:nvSpPr>
          <p:cNvPr id="7" name="text-5">
            <a:extLst xmlns:a="http://schemas.openxmlformats.org/drawingml/2006/main">
              <a:ext uri="{FF2B5EF4-FFF2-40B4-BE49-F238E27FC236}">
                <a16:creationId xmlns:a16="http://schemas.microsoft.com/office/drawing/2014/main" id="{66862200-2B9F-4ADD-A8D9-2C694E510FA9}"/>
              </a:ext>
            </a:extLst>
          </p:cNvPr>
          <p:cNvSpPr>
            <a:spLocks xmlns:a="http://schemas.openxmlformats.org/drawingml/2006/main" noGrp="1"/>
          </p:cNvSpPr>
          <p:nvPr/>
        </p:nvSpPr>
        <p:spPr>
          <a:xfrm xmlns:a="http://schemas.openxmlformats.org/drawingml/2006/main">
            <a:off x="638175" y="4152900"/>
            <a:ext cx="84772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250" b="0">
                <a:solidFill>
                  <a:srgbClr val="F6EBD3"/>
                </a:solidFill>
                <a:latin typeface="Noto Sans KR"/>
                <a:ea typeface="Noto Sans KR"/>
                <a:cs typeface="Noto Sans KR"/>
              </a:defRPr>
            </a:defPPr>
          </a:lstStyle>
          <a:p xmlns:a="http://schemas.openxmlformats.org/drawingml/2006/main">
            <a:pPr>
              <a:defRPr sz="2250" b="0">
                <a:solidFill>
                  <a:srgbClr val="F6EBD3"/>
                </a:solidFill>
                <a:latin typeface="Noto Sans KR"/>
                <a:ea typeface="Noto Sans KR"/>
                <a:cs typeface="Noto Sans KR"/>
              </a:defRPr>
            </a:pPr>
            <a:r>
              <a:rPr sz="2250" b="0">
                <a:solidFill>
                  <a:srgbClr val="F6EBD3"/>
                </a:solidFill>
                <a:latin typeface="Noto Sans KR"/>
                <a:ea typeface="Noto Sans KR"/>
                <a:cs typeface="Noto Sans KR"/>
              </a:rPr>
              <a:t>손님이 곡과 사연을 신청합니다</a:t>
            </a:r>
          </a:p>
          <a:p xmlns:a="http://schemas.openxmlformats.org/drawingml/2006/main">
            <a:pPr>
              <a:defRPr sz="2250" b="0">
                <a:solidFill>
                  <a:srgbClr val="F6EBD3"/>
                </a:solidFill>
                <a:latin typeface="Noto Sans KR"/>
                <a:ea typeface="Noto Sans KR"/>
                <a:cs typeface="Noto Sans KR"/>
              </a:defRPr>
            </a:pPr>
            <a:r>
              <a:rPr sz="2250" b="0">
                <a:solidFill>
                  <a:srgbClr val="F6EBD3"/>
                </a:solidFill>
                <a:latin typeface="Noto Sans KR"/>
                <a:ea typeface="Noto Sans KR"/>
                <a:cs typeface="Noto Sans KR"/>
              </a:rPr>
              <a:t>DJ가 영상을 연결해 선곡합니다</a:t>
            </a:r>
          </a:p>
          <a:p xmlns:a="http://schemas.openxmlformats.org/drawingml/2006/main">
            <a:pPr>
              <a:defRPr sz="2250" b="0">
                <a:solidFill>
                  <a:srgbClr val="F6EBD3"/>
                </a:solidFill>
                <a:latin typeface="Noto Sans KR"/>
                <a:ea typeface="Noto Sans KR"/>
                <a:cs typeface="Noto Sans KR"/>
              </a:defRPr>
            </a:pPr>
            <a:r>
              <a:rPr sz="2250" b="0">
                <a:solidFill>
                  <a:srgbClr val="F6EBD3"/>
                </a:solidFill>
                <a:latin typeface="Noto Sans KR"/>
                <a:ea typeface="Noto Sans KR"/>
                <a:cs typeface="Noto Sans KR"/>
              </a:rPr>
              <a:t>손님 화면에서 같은 곡이 재생됩니다</a:t>
            </a:r>
          </a:p>
        </p:txBody>
      </p:sp>
      <p:sp>
        <p:nvSpPr>
          <p:cNvPr id="8" name="text-6">
            <a:extLst xmlns:a="http://schemas.openxmlformats.org/drawingml/2006/main">
              <a:ext uri="{FF2B5EF4-FFF2-40B4-BE49-F238E27FC236}">
                <a16:creationId xmlns:a16="http://schemas.microsoft.com/office/drawing/2014/main" id="{0517A79C-B2DA-4645-B762-C7BBFF15C34C}"/>
              </a:ext>
            </a:extLst>
          </p:cNvPr>
          <p:cNvSpPr>
            <a:spLocks xmlns:a="http://schemas.openxmlformats.org/drawingml/2006/main" noGrp="1"/>
          </p:cNvSpPr>
          <p:nvPr/>
        </p:nvSpPr>
        <p:spPr>
          <a:xfrm xmlns:a="http://schemas.openxmlformats.org/drawingml/2006/main">
            <a:off x="8982075" y="5943600"/>
            <a:ext cx="2667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325" b="0">
                <a:solidFill>
                  <a:srgbClr val="D7BB85"/>
                </a:solidFill>
                <a:latin typeface="BM EULJIRO TTF"/>
                <a:ea typeface="BM EULJIRO TTF"/>
                <a:cs typeface="BM EULJIRO TTF"/>
              </a:defRPr>
            </a:defPPr>
          </a:lstStyle>
          <a:p xmlns:a="http://schemas.openxmlformats.org/drawingml/2006/main">
            <a:pPr>
              <a:defRPr sz="2325" b="0">
                <a:solidFill>
                  <a:srgbClr val="D7BB85"/>
                </a:solidFill>
                <a:latin typeface="BM EULJIRO TTF"/>
                <a:ea typeface="BM EULJIRO TTF"/>
                <a:cs typeface="BM EULJIRO TTF"/>
              </a:defRPr>
            </a:pPr>
            <a:r>
              <a:rPr sz="2325" b="0">
                <a:solidFill>
                  <a:srgbClr val="D7BB85"/>
                </a:solidFill>
                <a:latin typeface="BM EULJIRO TTF"/>
                <a:ea typeface="BM EULJIRO TTF"/>
                <a:cs typeface="BM EULJIRO TTF"/>
              </a:rPr>
              <a:t>LIVE DEMO</a:t>
            </a:r>
          </a:p>
        </p:txBody>
      </p:sp>
    </p:spTree>
    <p:extLst>
      <p:ext uri="{BB962C8B-B14F-4D97-AF65-F5344CB8AC3E}">
        <p14:creationId xmlns:p14="http://schemas.microsoft.com/office/powerpoint/2010/main" val="994777491"/>
      </p:ext>
    </p:extLst>
  </p:cSld>
</p:sld>
</file>

<file path=ppt/slides/slide17.xml><?xml version="1.0" encoding="utf-8"?>
<p:sld xmlns:p="http://schemas.openxmlformats.org/presentationml/2006/main">
  <p:cSld>
    <p:bg>
      <p:bgPr>
        <a:solidFill xmlns:a="http://schemas.openxmlformats.org/drawingml/2006/main">
          <a:srgbClr val="173F36"/>
        </a:solidFill>
      </p:bgPr>
    </p:bg>
    <p:spTree>
      <p:nvGrpSpPr>
        <p:cNvPr id="1" name=""/>
        <p:cNvGrpSpPr/>
        <p:nvPr/>
      </p:nvGrpSpPr>
      <p:grpSpPr>
        <a:xfrm xmlns:a="http://schemas.openxmlformats.org/drawingml/2006/main"/>
      </p:grpSpPr>
      <p:sp>
        <p:nvSpPr>
          <p:cNvPr id="18" name="text-0">
            <a:extLst xmlns:a="http://schemas.openxmlformats.org/drawingml/2006/main">
              <a:ext uri="{FF2B5EF4-FFF2-40B4-BE49-F238E27FC236}">
                <a16:creationId xmlns:a16="http://schemas.microsoft.com/office/drawing/2014/main" id="{D74D8F87-4467-4DC6-B673-4F7AF2E27EF9}"/>
              </a:ext>
            </a:extLst>
          </p:cNvPr>
          <p:cNvSpPr>
            <a:spLocks xmlns:a="http://schemas.openxmlformats.org/drawingml/2006/main" noGrp="1"/>
          </p:cNvSpPr>
          <p:nvPr/>
        </p:nvSpPr>
        <p:spPr>
          <a:xfrm xmlns:a="http://schemas.openxmlformats.org/drawingml/2006/main">
            <a:off x="609600" y="342900"/>
            <a:ext cx="438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275" b="1">
                <a:solidFill>
                  <a:srgbClr val="D7BB85"/>
                </a:solidFill>
                <a:latin typeface="Noto Sans KR"/>
                <a:ea typeface="Noto Sans KR"/>
                <a:cs typeface="Noto Sans KR"/>
              </a:defRPr>
            </a:defPPr>
          </a:lstStyle>
          <a:p xmlns:a="http://schemas.openxmlformats.org/drawingml/2006/main">
            <a:pPr>
              <a:defRPr sz="1275" b="1">
                <a:solidFill>
                  <a:srgbClr val="D7BB85"/>
                </a:solidFill>
                <a:latin typeface="Noto Sans KR"/>
                <a:ea typeface="Noto Sans KR"/>
                <a:cs typeface="Noto Sans KR"/>
              </a:defRPr>
            </a:pPr>
            <a:r>
              <a:rPr sz="1275" b="1">
                <a:solidFill>
                  <a:srgbClr val="D7BB85"/>
                </a:solidFill>
                <a:latin typeface="Noto Sans KR"/>
                <a:ea typeface="Noto Sans KR"/>
                <a:cs typeface="Noto Sans KR"/>
              </a:rPr>
              <a:t>SAM DABANG</a:t>
            </a:r>
          </a:p>
        </p:txBody>
      </p:sp>
      <p:sp>
        <p:nvSpPr>
          <p:cNvPr id="2" name="text-1">
            <a:extLst xmlns:a="http://schemas.openxmlformats.org/drawingml/2006/main">
              <a:ext uri="{FF2B5EF4-FFF2-40B4-BE49-F238E27FC236}">
                <a16:creationId xmlns:a16="http://schemas.microsoft.com/office/drawing/2014/main" id="{021ABA62-829D-41CC-A740-743B2CDB360A}"/>
              </a:ext>
            </a:extLst>
          </p:cNvPr>
          <p:cNvSpPr>
            <a:spLocks xmlns:a="http://schemas.openxmlformats.org/drawingml/2006/main" noGrp="1"/>
          </p:cNvSpPr>
          <p:nvPr/>
        </p:nvSpPr>
        <p:spPr>
          <a:xfrm xmlns:a="http://schemas.openxmlformats.org/drawingml/2006/main">
            <a:off x="609600" y="800100"/>
            <a:ext cx="10382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900" b="0">
                <a:solidFill>
                  <a:srgbClr val="F6EBD3"/>
                </a:solidFill>
                <a:latin typeface="BM EULJIRO TTF"/>
                <a:ea typeface="BM EULJIRO TTF"/>
                <a:cs typeface="BM EULJIRO TTF"/>
              </a:defRPr>
            </a:defPPr>
          </a:lstStyle>
          <a:p xmlns:a="http://schemas.openxmlformats.org/drawingml/2006/main">
            <a:pPr>
              <a:defRPr sz="3900" b="0">
                <a:solidFill>
                  <a:srgbClr val="F6EBD3"/>
                </a:solidFill>
                <a:latin typeface="BM EULJIRO TTF"/>
                <a:ea typeface="BM EULJIRO TTF"/>
                <a:cs typeface="BM EULJIRO TTF"/>
              </a:defRPr>
            </a:pPr>
            <a:r>
              <a:rPr sz="3900" b="0">
                <a:solidFill>
                  <a:srgbClr val="F6EBD3"/>
                </a:solidFill>
                <a:latin typeface="BM EULJIRO TTF"/>
                <a:ea typeface="BM EULJIRO TTF"/>
                <a:cs typeface="BM EULJIRO TTF"/>
              </a:rPr>
              <a:t>뮤직박스의 구조</a:t>
            </a:r>
          </a:p>
        </p:txBody>
      </p:sp>
      <p:sp>
        <p:nvSpPr>
          <p:cNvPr id="3" name="text-2">
            <a:extLst xmlns:a="http://schemas.openxmlformats.org/drawingml/2006/main">
              <a:ext uri="{FF2B5EF4-FFF2-40B4-BE49-F238E27FC236}">
                <a16:creationId xmlns:a16="http://schemas.microsoft.com/office/drawing/2014/main" id="{9EE72349-1854-4E50-9450-99A8AE409D90}"/>
              </a:ext>
            </a:extLst>
          </p:cNvPr>
          <p:cNvSpPr>
            <a:spLocks xmlns:a="http://schemas.openxmlformats.org/drawingml/2006/main" noGrp="1"/>
          </p:cNvSpPr>
          <p:nvPr/>
        </p:nvSpPr>
        <p:spPr>
          <a:xfrm xmlns:a="http://schemas.openxmlformats.org/drawingml/2006/main">
            <a:off x="10953750" y="361950"/>
            <a:ext cx="6191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0">
                <a:solidFill>
                  <a:srgbClr val="D7BB85"/>
                </a:solidFill>
                <a:latin typeface="BM EULJIRO TTF"/>
                <a:ea typeface="BM EULJIRO TTF"/>
                <a:cs typeface="BM EULJIRO TTF"/>
              </a:defRPr>
            </a:defPPr>
          </a:lstStyle>
          <a:p xmlns:a="http://schemas.openxmlformats.org/drawingml/2006/main">
            <a:pPr>
              <a:defRPr sz="2100" b="0">
                <a:solidFill>
                  <a:srgbClr val="D7BB85"/>
                </a:solidFill>
                <a:latin typeface="BM EULJIRO TTF"/>
                <a:ea typeface="BM EULJIRO TTF"/>
                <a:cs typeface="BM EULJIRO TTF"/>
              </a:defRPr>
            </a:pPr>
            <a:r>
              <a:rPr sz="2100" b="0">
                <a:solidFill>
                  <a:srgbClr val="D7BB85"/>
                </a:solidFill>
                <a:latin typeface="BM EULJIRO TTF"/>
                <a:ea typeface="BM EULJIRO TTF"/>
                <a:cs typeface="BM EULJIRO TTF"/>
              </a:rPr>
              <a:t>09</a:t>
            </a:r>
          </a:p>
        </p:txBody>
      </p:sp>
      <p:sp>
        <p:nvSpPr>
          <p:cNvPr id="4" name="text-3">
            <a:extLst xmlns:a="http://schemas.openxmlformats.org/drawingml/2006/main">
              <a:ext uri="{FF2B5EF4-FFF2-40B4-BE49-F238E27FC236}">
                <a16:creationId xmlns:a16="http://schemas.microsoft.com/office/drawing/2014/main" id="{D1CBF177-BD9E-4780-84A2-DDAD5D27F90A}"/>
              </a:ext>
            </a:extLst>
          </p:cNvPr>
          <p:cNvSpPr>
            <a:spLocks xmlns:a="http://schemas.openxmlformats.org/drawingml/2006/main" noGrp="1"/>
          </p:cNvSpPr>
          <p:nvPr/>
        </p:nvSpPr>
        <p:spPr>
          <a:xfrm xmlns:a="http://schemas.openxmlformats.org/drawingml/2006/main">
            <a:off x="628650" y="1619250"/>
            <a:ext cx="10382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0">
                <a:solidFill>
                  <a:srgbClr val="D7BB85"/>
                </a:solidFill>
                <a:latin typeface="Noto Sans KR"/>
                <a:ea typeface="Noto Sans KR"/>
                <a:cs typeface="Noto Sans KR"/>
              </a:defRPr>
            </a:defPPr>
          </a:lstStyle>
          <a:p xmlns:a="http://schemas.openxmlformats.org/drawingml/2006/main">
            <a:pPr>
              <a:defRPr sz="2025" b="0">
                <a:solidFill>
                  <a:srgbClr val="D7BB85"/>
                </a:solidFill>
                <a:latin typeface="Noto Sans KR"/>
                <a:ea typeface="Noto Sans KR"/>
                <a:cs typeface="Noto Sans KR"/>
              </a:defRPr>
            </a:pPr>
            <a:r>
              <a:rPr sz="2025" b="0">
                <a:solidFill>
                  <a:srgbClr val="D7BB85"/>
                </a:solidFill>
                <a:latin typeface="Noto Sans KR"/>
                <a:ea typeface="Noto Sans KR"/>
                <a:cs typeface="Noto Sans KR"/>
              </a:rPr>
              <a:t>손님과 DJ가 같은 재생 상태를 공유하는 방식</a:t>
            </a:r>
          </a:p>
        </p:txBody>
      </p:sp>
      <p:sp xmlns:p="http://schemas.openxmlformats.org/presentationml/2006/main" xmlns:a="http://schemas.openxmlformats.org/drawingml/2006/main">
        <p:nvSpPr>
          <p:cNvPr id="100" name="Customer screen"/>
          <p:cNvSpPr/>
          <p:nvPr/>
        </p:nvSpPr>
        <p:spPr>
          <a:xfrm>
            <a:off x="777240" y="2340864"/>
            <a:ext cx="2971800" cy="1069848"/>
          </a:xfrm>
          <a:prstGeom prst="roundRect">
            <a:avLst/>
          </a:prstGeom>
          <a:solidFill>
            <a:srgbClr val="225448"/>
          </a:solidFill>
          <a:ln w="16000">
            <a:solidFill>
              <a:srgbClr val="A98350"/>
            </a:solidFill>
          </a:ln>
        </p:spPr>
      </p:sp>
      <p:sp xmlns:p="http://schemas.openxmlformats.org/presentationml/2006/main" xmlns:a="http://schemas.openxmlformats.org/drawingml/2006/main">
        <p:nvSpPr>
          <p:cNvPr id="101" name="Customer screen title"/>
          <p:cNvSpPr txBox="1"/>
          <p:nvPr/>
        </p:nvSpPr>
        <p:spPr>
          <a:xfrm>
            <a:off x="941832" y="2478024"/>
            <a:ext cx="2642616" cy="347472"/>
          </a:xfrm>
          <a:prstGeom prst="rect">
            <a:avLst/>
          </a:prstGeom>
          <a:noFill/>
          <a:ln>
            <a:noFill/>
          </a:ln>
        </p:spPr>
        <p:txBody>
          <a:bodyPr lIns="0" tIns="0" rIns="0" bIns="0" anchor="ctr"/>
          <a:lstStyle/>
          <a:p>
            <a:pPr algn="ctr"/>
            <a:r>
              <a:rPr lang="ko-KR" sz="2000" b="1">
                <a:solidFill>
                  <a:srgbClr val="F6EBD3"/>
                </a:solidFill>
                <a:latin typeface="Noto Sans KR"/>
                <a:ea typeface="Noto Sans KR"/>
              </a:rPr>
              <a:t>손님 화면</a:t>
            </a:r>
            <a:endParaRPr lang="ko-KR"/>
          </a:p>
        </p:txBody>
      </p:sp>
      <p:sp xmlns:p="http://schemas.openxmlformats.org/presentationml/2006/main" xmlns:a="http://schemas.openxmlformats.org/drawingml/2006/main">
        <p:nvSpPr>
          <p:cNvPr id="102" name="Customer screen detail"/>
          <p:cNvSpPr txBox="1"/>
          <p:nvPr/>
        </p:nvSpPr>
        <p:spPr>
          <a:xfrm>
            <a:off x="941832" y="2889504"/>
            <a:ext cx="2642616" cy="274320"/>
          </a:xfrm>
          <a:prstGeom prst="rect">
            <a:avLst/>
          </a:prstGeom>
          <a:noFill/>
          <a:ln>
            <a:noFill/>
          </a:ln>
        </p:spPr>
        <p:txBody>
          <a:bodyPr lIns="0" tIns="0" rIns="0" bIns="0" anchor="ctr"/>
          <a:lstStyle/>
          <a:p>
            <a:pPr algn="ctr"/>
            <a:r>
              <a:rPr lang="ko-KR" sz="1300" b="0">
                <a:solidFill>
                  <a:srgbClr val="F6EBD3"/>
                </a:solidFill>
                <a:latin typeface="Noto Sans KR"/>
                <a:ea typeface="Noto Sans KR"/>
              </a:rPr>
              <a:t>신청 · 현재 곡 조회</a:t>
            </a:r>
            <a:endParaRPr lang="ko-KR"/>
          </a:p>
        </p:txBody>
      </p:sp>
      <p:sp xmlns:p="http://schemas.openxmlformats.org/presentationml/2006/main" xmlns:a="http://schemas.openxmlformats.org/drawingml/2006/main">
        <p:nvSpPr>
          <p:cNvPr id="103" name="DJ screen"/>
          <p:cNvSpPr/>
          <p:nvPr/>
        </p:nvSpPr>
        <p:spPr>
          <a:xfrm>
            <a:off x="777240" y="3822192"/>
            <a:ext cx="2971800" cy="1069848"/>
          </a:xfrm>
          <a:prstGeom prst="roundRect">
            <a:avLst/>
          </a:prstGeom>
          <a:solidFill>
            <a:srgbClr val="225448"/>
          </a:solidFill>
          <a:ln w="16000">
            <a:solidFill>
              <a:srgbClr val="A98350"/>
            </a:solidFill>
          </a:ln>
        </p:spPr>
      </p:sp>
      <p:sp xmlns:p="http://schemas.openxmlformats.org/presentationml/2006/main" xmlns:a="http://schemas.openxmlformats.org/drawingml/2006/main">
        <p:nvSpPr>
          <p:cNvPr id="104" name="DJ screen title"/>
          <p:cNvSpPr txBox="1"/>
          <p:nvPr/>
        </p:nvSpPr>
        <p:spPr>
          <a:xfrm>
            <a:off x="941832" y="3959352"/>
            <a:ext cx="2642616" cy="347472"/>
          </a:xfrm>
          <a:prstGeom prst="rect">
            <a:avLst/>
          </a:prstGeom>
          <a:noFill/>
          <a:ln>
            <a:noFill/>
          </a:ln>
        </p:spPr>
        <p:txBody>
          <a:bodyPr lIns="0" tIns="0" rIns="0" bIns="0" anchor="ctr"/>
          <a:lstStyle/>
          <a:p>
            <a:pPr algn="ctr"/>
            <a:r>
              <a:rPr lang="ko-KR" sz="2000" b="1">
                <a:solidFill>
                  <a:srgbClr val="F6EBD3"/>
                </a:solidFill>
                <a:latin typeface="Noto Sans KR"/>
                <a:ea typeface="Noto Sans KR"/>
              </a:rPr>
              <a:t>DJ 화면</a:t>
            </a:r>
            <a:endParaRPr lang="ko-KR"/>
          </a:p>
        </p:txBody>
      </p:sp>
      <p:sp xmlns:p="http://schemas.openxmlformats.org/presentationml/2006/main" xmlns:a="http://schemas.openxmlformats.org/drawingml/2006/main">
        <p:nvSpPr>
          <p:cNvPr id="105" name="DJ screen detail"/>
          <p:cNvSpPr txBox="1"/>
          <p:nvPr/>
        </p:nvSpPr>
        <p:spPr>
          <a:xfrm>
            <a:off x="941832" y="4370832"/>
            <a:ext cx="2642616" cy="274320"/>
          </a:xfrm>
          <a:prstGeom prst="rect">
            <a:avLst/>
          </a:prstGeom>
          <a:noFill/>
          <a:ln>
            <a:noFill/>
          </a:ln>
        </p:spPr>
        <p:txBody>
          <a:bodyPr lIns="0" tIns="0" rIns="0" bIns="0" anchor="ctr"/>
          <a:lstStyle/>
          <a:p>
            <a:pPr algn="ctr"/>
            <a:r>
              <a:rPr lang="ko-KR" sz="1300" b="0">
                <a:solidFill>
                  <a:srgbClr val="F6EBD3"/>
                </a:solidFill>
                <a:latin typeface="Noto Sans KR"/>
                <a:ea typeface="Noto Sans KR"/>
              </a:rPr>
              <a:t>링크 연결 · 선곡 · 순서 변경</a:t>
            </a:r>
            <a:endParaRPr lang="ko-KR"/>
          </a:p>
        </p:txBody>
      </p:sp>
      <p:sp xmlns:p="http://schemas.openxmlformats.org/presentationml/2006/main" xmlns:a="http://schemas.openxmlformats.org/drawingml/2006/main">
        <p:nvSpPr>
          <p:cNvPr id="106" name="API and service"/>
          <p:cNvSpPr/>
          <p:nvPr/>
        </p:nvSpPr>
        <p:spPr>
          <a:xfrm>
            <a:off x="4590288" y="3081528"/>
            <a:ext cx="3063240" cy="1069848"/>
          </a:xfrm>
          <a:prstGeom prst="roundRect">
            <a:avLst/>
          </a:prstGeom>
          <a:solidFill>
            <a:srgbClr val="295E4D"/>
          </a:solidFill>
          <a:ln w="16000">
            <a:solidFill>
              <a:srgbClr val="A98350"/>
            </a:solidFill>
          </a:ln>
        </p:spPr>
      </p:sp>
      <p:sp xmlns:p="http://schemas.openxmlformats.org/presentationml/2006/main" xmlns:a="http://schemas.openxmlformats.org/drawingml/2006/main">
        <p:nvSpPr>
          <p:cNvPr id="107" name="API and service title"/>
          <p:cNvSpPr txBox="1"/>
          <p:nvPr/>
        </p:nvSpPr>
        <p:spPr>
          <a:xfrm>
            <a:off x="4754880" y="3218688"/>
            <a:ext cx="2734056" cy="347472"/>
          </a:xfrm>
          <a:prstGeom prst="rect">
            <a:avLst/>
          </a:prstGeom>
          <a:noFill/>
          <a:ln>
            <a:noFill/>
          </a:ln>
        </p:spPr>
        <p:txBody>
          <a:bodyPr lIns="0" tIns="0" rIns="0" bIns="0" anchor="ctr"/>
          <a:lstStyle/>
          <a:p>
            <a:pPr algn="ctr"/>
            <a:r>
              <a:rPr lang="ko-KR" sz="2000" b="1">
                <a:solidFill>
                  <a:srgbClr val="F6EBD3"/>
                </a:solidFill>
                <a:latin typeface="Noto Sans KR"/>
                <a:ea typeface="Noto Sans KR"/>
              </a:rPr>
              <a:t>역할별 API · 서비스</a:t>
            </a:r>
            <a:endParaRPr lang="ko-KR"/>
          </a:p>
        </p:txBody>
      </p:sp>
      <p:sp xmlns:p="http://schemas.openxmlformats.org/presentationml/2006/main" xmlns:a="http://schemas.openxmlformats.org/drawingml/2006/main">
        <p:nvSpPr>
          <p:cNvPr id="108" name="API and service detail"/>
          <p:cNvSpPr txBox="1"/>
          <p:nvPr/>
        </p:nvSpPr>
        <p:spPr>
          <a:xfrm>
            <a:off x="4754880" y="3630168"/>
            <a:ext cx="2734056" cy="274320"/>
          </a:xfrm>
          <a:prstGeom prst="rect">
            <a:avLst/>
          </a:prstGeom>
          <a:noFill/>
          <a:ln>
            <a:noFill/>
          </a:ln>
        </p:spPr>
        <p:txBody>
          <a:bodyPr lIns="0" tIns="0" rIns="0" bIns="0" anchor="ctr"/>
          <a:lstStyle/>
          <a:p>
            <a:pPr algn="ctr"/>
            <a:r>
              <a:rPr lang="ko-KR" sz="1300" b="0">
                <a:solidFill>
                  <a:srgbClr val="F6EBD3"/>
                </a:solidFill>
                <a:latin typeface="Noto Sans KR"/>
                <a:ea typeface="Noto Sans KR"/>
              </a:rPr>
              <a:t>잠금 · 만료 곡 정리</a:t>
            </a:r>
            <a:endParaRPr lang="ko-KR"/>
          </a:p>
        </p:txBody>
      </p:sp>
      <p:sp xmlns:p="http://schemas.openxmlformats.org/presentationml/2006/main" xmlns:a="http://schemas.openxmlformats.org/drawingml/2006/main">
        <p:nvSpPr>
          <p:cNvPr id="109" name="Domain and database"/>
          <p:cNvSpPr/>
          <p:nvPr/>
        </p:nvSpPr>
        <p:spPr>
          <a:xfrm>
            <a:off x="8467344" y="3081528"/>
            <a:ext cx="2953512" cy="1069848"/>
          </a:xfrm>
          <a:prstGeom prst="roundRect">
            <a:avLst/>
          </a:prstGeom>
          <a:solidFill>
            <a:srgbClr val="A8834D"/>
          </a:solidFill>
          <a:ln w="16000">
            <a:solidFill>
              <a:srgbClr val="D7BB85"/>
            </a:solidFill>
          </a:ln>
        </p:spPr>
      </p:sp>
      <p:sp xmlns:p="http://schemas.openxmlformats.org/presentationml/2006/main" xmlns:a="http://schemas.openxmlformats.org/drawingml/2006/main">
        <p:nvSpPr>
          <p:cNvPr id="110" name="Domain and database title"/>
          <p:cNvSpPr txBox="1"/>
          <p:nvPr/>
        </p:nvSpPr>
        <p:spPr>
          <a:xfrm>
            <a:off x="8631936" y="3218688"/>
            <a:ext cx="2624328" cy="347472"/>
          </a:xfrm>
          <a:prstGeom prst="rect">
            <a:avLst/>
          </a:prstGeom>
          <a:noFill/>
          <a:ln>
            <a:noFill/>
          </a:ln>
        </p:spPr>
        <p:txBody>
          <a:bodyPr lIns="0" tIns="0" rIns="0" bIns="0" anchor="ctr"/>
          <a:lstStyle/>
          <a:p>
            <a:pPr algn="ctr"/>
            <a:r>
              <a:rPr lang="ko-KR" sz="2000" b="1">
                <a:solidFill>
                  <a:srgbClr val="173F36"/>
                </a:solidFill>
                <a:latin typeface="Noto Sans KR"/>
                <a:ea typeface="Noto Sans KR"/>
              </a:rPr>
              <a:t>Song + MusicBoxState</a:t>
            </a:r>
            <a:endParaRPr lang="ko-KR"/>
          </a:p>
        </p:txBody>
      </p:sp>
      <p:sp xmlns:p="http://schemas.openxmlformats.org/presentationml/2006/main" xmlns:a="http://schemas.openxmlformats.org/drawingml/2006/main">
        <p:nvSpPr>
          <p:cNvPr id="111" name="Domain and database detail"/>
          <p:cNvSpPr txBox="1"/>
          <p:nvPr/>
        </p:nvSpPr>
        <p:spPr>
          <a:xfrm>
            <a:off x="8631936" y="3630168"/>
            <a:ext cx="2624328" cy="274320"/>
          </a:xfrm>
          <a:prstGeom prst="rect">
            <a:avLst/>
          </a:prstGeom>
          <a:noFill/>
          <a:ln>
            <a:noFill/>
          </a:ln>
        </p:spPr>
        <p:txBody>
          <a:bodyPr lIns="0" tIns="0" rIns="0" bIns="0" anchor="ctr"/>
          <a:lstStyle/>
          <a:p>
            <a:pPr algn="ctr"/>
            <a:r>
              <a:rPr lang="ko-KR" sz="1300" b="0">
                <a:solidFill>
                  <a:srgbClr val="F6EBD3"/>
                </a:solidFill>
                <a:latin typeface="Noto Sans KR"/>
                <a:ea typeface="Noto Sans KR"/>
              </a:rPr>
              <a:t>상태 전환 · 변경 번호 저장</a:t>
            </a:r>
            <a:endParaRPr lang="ko-KR"/>
          </a:p>
        </p:txBody>
      </p:sp>
      <p:sp xmlns:p="http://schemas.openxmlformats.org/presentationml/2006/main" xmlns:a="http://schemas.openxmlformats.org/drawingml/2006/main">
        <p:nvSpPr>
          <p:cNvPr id="112" name="Customer to service arrow"/>
          <p:cNvSpPr txBox="1"/>
          <p:nvPr/>
        </p:nvSpPr>
        <p:spPr>
          <a:xfrm>
            <a:off x="3867912" y="2688336"/>
            <a:ext cx="566928" cy="475488"/>
          </a:xfrm>
          <a:prstGeom prst="rect">
            <a:avLst/>
          </a:prstGeom>
          <a:noFill/>
          <a:ln>
            <a:noFill/>
          </a:ln>
        </p:spPr>
        <p:txBody>
          <a:bodyPr lIns="0" tIns="0" rIns="0" bIns="0" anchor="ctr"/>
          <a:lstStyle/>
          <a:p>
            <a:pPr algn="ctr"/>
            <a:r>
              <a:rPr lang="ko-KR" sz="3000" b="0">
                <a:solidFill>
                  <a:srgbClr val="D7BB85"/>
                </a:solidFill>
                <a:latin typeface="Noto Sans KR"/>
                <a:ea typeface="Noto Sans KR"/>
              </a:rPr>
              <a:t>→</a:t>
            </a:r>
            <a:endParaRPr lang="ko-KR"/>
          </a:p>
        </p:txBody>
      </p:sp>
      <p:sp xmlns:p="http://schemas.openxmlformats.org/presentationml/2006/main" xmlns:a="http://schemas.openxmlformats.org/drawingml/2006/main">
        <p:nvSpPr>
          <p:cNvPr id="113" name="DJ to service arrow"/>
          <p:cNvSpPr txBox="1"/>
          <p:nvPr/>
        </p:nvSpPr>
        <p:spPr>
          <a:xfrm>
            <a:off x="3867912" y="4187952"/>
            <a:ext cx="566928" cy="475488"/>
          </a:xfrm>
          <a:prstGeom prst="rect">
            <a:avLst/>
          </a:prstGeom>
          <a:noFill/>
          <a:ln>
            <a:noFill/>
          </a:ln>
        </p:spPr>
        <p:txBody>
          <a:bodyPr lIns="0" tIns="0" rIns="0" bIns="0" anchor="ctr"/>
          <a:lstStyle/>
          <a:p>
            <a:pPr algn="ctr"/>
            <a:r>
              <a:rPr lang="ko-KR" sz="3000" b="0">
                <a:solidFill>
                  <a:srgbClr val="D7BB85"/>
                </a:solidFill>
                <a:latin typeface="Noto Sans KR"/>
                <a:ea typeface="Noto Sans KR"/>
              </a:rPr>
              <a:t>→</a:t>
            </a:r>
            <a:endParaRPr lang="ko-KR"/>
          </a:p>
        </p:txBody>
      </p:sp>
      <p:sp xmlns:p="http://schemas.openxmlformats.org/presentationml/2006/main" xmlns:a="http://schemas.openxmlformats.org/drawingml/2006/main">
        <p:nvSpPr>
          <p:cNvPr id="114" name="Service to state arrow"/>
          <p:cNvSpPr txBox="1"/>
          <p:nvPr/>
        </p:nvSpPr>
        <p:spPr>
          <a:xfrm>
            <a:off x="7754112" y="3383280"/>
            <a:ext cx="566928" cy="475488"/>
          </a:xfrm>
          <a:prstGeom prst="rect">
            <a:avLst/>
          </a:prstGeom>
          <a:noFill/>
          <a:ln>
            <a:noFill/>
          </a:ln>
        </p:spPr>
        <p:txBody>
          <a:bodyPr lIns="0" tIns="0" rIns="0" bIns="0" anchor="ctr"/>
          <a:lstStyle/>
          <a:p>
            <a:pPr algn="ctr"/>
            <a:r>
              <a:rPr lang="ko-KR" sz="3000" b="0">
                <a:solidFill>
                  <a:srgbClr val="D7BB85"/>
                </a:solidFill>
                <a:latin typeface="Noto Sans KR"/>
                <a:ea typeface="Noto Sans KR"/>
              </a:rPr>
              <a:t>→</a:t>
            </a:r>
            <a:endParaRPr lang="ko-KR"/>
          </a:p>
        </p:txBody>
      </p:sp>
      <p:sp xmlns:p="http://schemas.openxmlformats.org/presentationml/2006/main" xmlns:a="http://schemas.openxmlformats.org/drawingml/2006/main">
        <p:nvSpPr>
          <p:cNvPr id="115" name="Shared response"/>
          <p:cNvSpPr/>
          <p:nvPr/>
        </p:nvSpPr>
        <p:spPr>
          <a:xfrm>
            <a:off x="777240" y="5596128"/>
            <a:ext cx="10643616" cy="713232"/>
          </a:xfrm>
          <a:prstGeom prst="roundRect">
            <a:avLst/>
          </a:prstGeom>
          <a:solidFill>
            <a:srgbClr val="245347"/>
          </a:solidFill>
          <a:ln w="16000">
            <a:solidFill>
              <a:srgbClr val="A98350"/>
            </a:solidFill>
          </a:ln>
        </p:spPr>
      </p:sp>
      <p:sp xmlns:p="http://schemas.openxmlformats.org/presentationml/2006/main" xmlns:a="http://schemas.openxmlformats.org/drawingml/2006/main">
        <p:nvSpPr>
          <p:cNvPr id="116" name="Shared response title"/>
          <p:cNvSpPr txBox="1"/>
          <p:nvPr/>
        </p:nvSpPr>
        <p:spPr>
          <a:xfrm>
            <a:off x="1042416" y="5669280"/>
            <a:ext cx="10122408" cy="219456"/>
          </a:xfrm>
          <a:prstGeom prst="rect">
            <a:avLst/>
          </a:prstGeom>
          <a:noFill/>
          <a:ln>
            <a:noFill/>
          </a:ln>
        </p:spPr>
        <p:txBody>
          <a:bodyPr lIns="0" tIns="0" rIns="0" bIns="0" anchor="ctr"/>
          <a:lstStyle/>
          <a:p>
            <a:pPr algn="ctr"/>
            <a:r>
              <a:rPr lang="ko-KR" sz="1600" b="1">
                <a:solidFill>
                  <a:srgbClr val="F6EBD3"/>
                </a:solidFill>
                <a:latin typeface="Noto Sans KR"/>
                <a:ea typeface="Noto Sans KR"/>
              </a:rPr>
              <a:t>서버 응답: 현재 곡 · 서버 시각 · revision</a:t>
            </a:r>
            <a:endParaRPr lang="ko-KR"/>
          </a:p>
        </p:txBody>
      </p:sp>
      <p:sp xmlns:p="http://schemas.openxmlformats.org/presentationml/2006/main" xmlns:a="http://schemas.openxmlformats.org/drawingml/2006/main">
        <p:nvSpPr>
          <p:cNvPr id="117" name="Shared response detail"/>
          <p:cNvSpPr txBox="1"/>
          <p:nvPr/>
        </p:nvSpPr>
        <p:spPr>
          <a:xfrm>
            <a:off x="1042416" y="5952744"/>
            <a:ext cx="10122408" cy="201168"/>
          </a:xfrm>
          <a:prstGeom prst="rect">
            <a:avLst/>
          </a:prstGeom>
          <a:noFill/>
          <a:ln>
            <a:noFill/>
          </a:ln>
        </p:spPr>
        <p:txBody>
          <a:bodyPr lIns="0" tIns="0" rIns="0" bIns="0" anchor="ctr"/>
          <a:lstStyle/>
          <a:p>
            <a:pPr algn="ctr"/>
            <a:r>
              <a:rPr lang="ko-KR" sz="1300" b="0">
                <a:solidFill>
                  <a:srgbClr val="D7BB85"/>
                </a:solidFill>
                <a:latin typeface="Noto Sans KR"/>
                <a:ea typeface="Noto Sans KR"/>
              </a:rPr>
              <a:t>열린 화면 갱신과 재생 위치 동기화</a:t>
            </a:r>
            <a:endParaRPr lang="ko-KR"/>
          </a:p>
        </p:txBody>
      </p:sp>
    </p:spTree>
    <p:extLst>
      <p:ext uri="{BB962C8B-B14F-4D97-AF65-F5344CB8AC3E}">
        <p14:creationId xmlns:p14="http://schemas.microsoft.com/office/powerpoint/2010/main" val="198085797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2026-10-14T08:59:32.8550000Z</dcterms:created>
  <dcterms:modified xsi:type="dcterms:W3CDTF">2026-10-14T08:59:32.8550000Z</dcterms:modified>
</coreProperties>
</file>